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1" r:id="rId11"/>
    <p:sldId id="280" r:id="rId12"/>
    <p:sldId id="282" r:id="rId13"/>
    <p:sldId id="283" r:id="rId14"/>
    <p:sldId id="284" r:id="rId15"/>
    <p:sldId id="260" r:id="rId16"/>
    <p:sldId id="285" r:id="rId17"/>
    <p:sldId id="286" r:id="rId18"/>
    <p:sldId id="261" r:id="rId19"/>
    <p:sldId id="262" r:id="rId2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5C08D7-61E5-4C60-AB7D-2C365CF2D75C}" v="7" dt="2026-09-18T20:33:40.9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es Belhoussine" userId="8779269a92f3eda0" providerId="LiveId" clId="{EDAE93F2-2B1F-4FE5-BBF4-E2EB8FC2390D}"/>
    <pc:docChg chg="undo custSel addSld delSld modSld sldOrd">
      <pc:chgData name="Ines Belhoussine" userId="8779269a92f3eda0" providerId="LiveId" clId="{EDAE93F2-2B1F-4FE5-BBF4-E2EB8FC2390D}" dt="2026-09-19T19:39:34.583" v="4484" actId="20577"/>
      <pc:docMkLst>
        <pc:docMk/>
      </pc:docMkLst>
      <pc:sldChg chg="delSp mod">
        <pc:chgData name="Ines Belhoussine" userId="8779269a92f3eda0" providerId="LiveId" clId="{EDAE93F2-2B1F-4FE5-BBF4-E2EB8FC2390D}" dt="2026-09-18T18:26:07.145" v="922" actId="478"/>
        <pc:sldMkLst>
          <pc:docMk/>
          <pc:sldMk cId="792718556" sldId="256"/>
        </pc:sldMkLst>
        <pc:spChg chg="del">
          <ac:chgData name="Ines Belhoussine" userId="8779269a92f3eda0" providerId="LiveId" clId="{EDAE93F2-2B1F-4FE5-BBF4-E2EB8FC2390D}" dt="2026-09-18T18:26:07.145" v="922" actId="478"/>
          <ac:spMkLst>
            <pc:docMk/>
            <pc:sldMk cId="792718556" sldId="256"/>
            <ac:spMk id="9" creationId="{F55270BF-7366-429F-8601-DED677548909}"/>
          </ac:spMkLst>
        </pc:spChg>
      </pc:sldChg>
      <pc:sldChg chg="addSp delSp modSp mod">
        <pc:chgData name="Ines Belhoussine" userId="8779269a92f3eda0" providerId="LiveId" clId="{EDAE93F2-2B1F-4FE5-BBF4-E2EB8FC2390D}" dt="2026-09-19T19:39:34.583" v="4484" actId="20577"/>
        <pc:sldMkLst>
          <pc:docMk/>
          <pc:sldMk cId="2135830241" sldId="257"/>
        </pc:sldMkLst>
        <pc:spChg chg="mod">
          <ac:chgData name="Ines Belhoussine" userId="8779269a92f3eda0" providerId="LiveId" clId="{EDAE93F2-2B1F-4FE5-BBF4-E2EB8FC2390D}" dt="2026-09-18T18:11:35.175" v="57" actId="20577"/>
          <ac:spMkLst>
            <pc:docMk/>
            <pc:sldMk cId="2135830241" sldId="257"/>
            <ac:spMk id="2" creationId="{102D7B1C-FDED-46BA-B38F-60122B9DB609}"/>
          </ac:spMkLst>
        </pc:spChg>
        <pc:spChg chg="mod">
          <ac:chgData name="Ines Belhoussine" userId="8779269a92f3eda0" providerId="LiveId" clId="{EDAE93F2-2B1F-4FE5-BBF4-E2EB8FC2390D}" dt="2026-09-18T18:27:38.759" v="926" actId="1076"/>
          <ac:spMkLst>
            <pc:docMk/>
            <pc:sldMk cId="2135830241" sldId="257"/>
            <ac:spMk id="4" creationId="{682007BA-F705-4B4A-B93D-34C84CCC1FBB}"/>
          </ac:spMkLst>
        </pc:spChg>
        <pc:spChg chg="mod">
          <ac:chgData name="Ines Belhoussine" userId="8779269a92f3eda0" providerId="LiveId" clId="{EDAE93F2-2B1F-4FE5-BBF4-E2EB8FC2390D}" dt="2026-09-18T18:27:38.759" v="926" actId="1076"/>
          <ac:spMkLst>
            <pc:docMk/>
            <pc:sldMk cId="2135830241" sldId="257"/>
            <ac:spMk id="5" creationId="{7F0C99F6-9F75-47D9-9E8E-6EB87A5BEFE8}"/>
          </ac:spMkLst>
        </pc:spChg>
        <pc:spChg chg="mod">
          <ac:chgData name="Ines Belhoussine" userId="8779269a92f3eda0" providerId="LiveId" clId="{EDAE93F2-2B1F-4FE5-BBF4-E2EB8FC2390D}" dt="2026-09-18T18:27:38.759" v="926" actId="1076"/>
          <ac:spMkLst>
            <pc:docMk/>
            <pc:sldMk cId="2135830241" sldId="257"/>
            <ac:spMk id="6" creationId="{A1AB11DC-C984-4425-92E6-479FD30563A6}"/>
          </ac:spMkLst>
        </pc:spChg>
        <pc:spChg chg="mod">
          <ac:chgData name="Ines Belhoussine" userId="8779269a92f3eda0" providerId="LiveId" clId="{EDAE93F2-2B1F-4FE5-BBF4-E2EB8FC2390D}" dt="2026-09-18T18:27:38.759" v="926" actId="1076"/>
          <ac:spMkLst>
            <pc:docMk/>
            <pc:sldMk cId="2135830241" sldId="257"/>
            <ac:spMk id="7" creationId="{1F877C99-6824-4765-B027-48367D84078F}"/>
          </ac:spMkLst>
        </pc:spChg>
        <pc:spChg chg="mod">
          <ac:chgData name="Ines Belhoussine" userId="8779269a92f3eda0" providerId="LiveId" clId="{EDAE93F2-2B1F-4FE5-BBF4-E2EB8FC2390D}" dt="2026-09-18T18:27:38.759" v="926" actId="1076"/>
          <ac:spMkLst>
            <pc:docMk/>
            <pc:sldMk cId="2135830241" sldId="257"/>
            <ac:spMk id="8" creationId="{CDD4C4F1-E861-487D-A2C8-B127EF138B11}"/>
          </ac:spMkLst>
        </pc:spChg>
        <pc:spChg chg="mod">
          <ac:chgData name="Ines Belhoussine" userId="8779269a92f3eda0" providerId="LiveId" clId="{EDAE93F2-2B1F-4FE5-BBF4-E2EB8FC2390D}" dt="2026-09-18T18:27:38.759" v="926" actId="1076"/>
          <ac:spMkLst>
            <pc:docMk/>
            <pc:sldMk cId="2135830241" sldId="257"/>
            <ac:spMk id="9" creationId="{853AC39C-21F5-4E9D-A09E-47486104F635}"/>
          </ac:spMkLst>
        </pc:spChg>
        <pc:spChg chg="mod">
          <ac:chgData name="Ines Belhoussine" userId="8779269a92f3eda0" providerId="LiveId" clId="{EDAE93F2-2B1F-4FE5-BBF4-E2EB8FC2390D}" dt="2026-09-18T18:27:38.759" v="926" actId="1076"/>
          <ac:spMkLst>
            <pc:docMk/>
            <pc:sldMk cId="2135830241" sldId="257"/>
            <ac:spMk id="10" creationId="{02FDD4C2-2050-4BD5-BE3D-7708B744DC8F}"/>
          </ac:spMkLst>
        </pc:spChg>
        <pc:spChg chg="mod">
          <ac:chgData name="Ines Belhoussine" userId="8779269a92f3eda0" providerId="LiveId" clId="{EDAE93F2-2B1F-4FE5-BBF4-E2EB8FC2390D}" dt="2026-09-18T18:27:38.759" v="926" actId="1076"/>
          <ac:spMkLst>
            <pc:docMk/>
            <pc:sldMk cId="2135830241" sldId="257"/>
            <ac:spMk id="11" creationId="{1CC5346E-EE20-4A4F-8895-2DAD74243FD6}"/>
          </ac:spMkLst>
        </pc:spChg>
        <pc:spChg chg="mod">
          <ac:chgData name="Ines Belhoussine" userId="8779269a92f3eda0" providerId="LiveId" clId="{EDAE93F2-2B1F-4FE5-BBF4-E2EB8FC2390D}" dt="2026-09-18T18:27:38.759" v="926" actId="1076"/>
          <ac:spMkLst>
            <pc:docMk/>
            <pc:sldMk cId="2135830241" sldId="257"/>
            <ac:spMk id="12" creationId="{E8293C4B-97D3-4C7B-8E64-32B6E77BC2EC}"/>
          </ac:spMkLst>
        </pc:spChg>
        <pc:spChg chg="del mod">
          <ac:chgData name="Ines Belhoussine" userId="8779269a92f3eda0" providerId="LiveId" clId="{EDAE93F2-2B1F-4FE5-BBF4-E2EB8FC2390D}" dt="2026-09-18T18:26:03.162" v="921" actId="478"/>
          <ac:spMkLst>
            <pc:docMk/>
            <pc:sldMk cId="2135830241" sldId="257"/>
            <ac:spMk id="13" creationId="{8FC435A3-3D00-43D9-B35F-BB0E80D7CC4D}"/>
          </ac:spMkLst>
        </pc:spChg>
        <pc:spChg chg="add mod">
          <ac:chgData name="Ines Belhoussine" userId="8779269a92f3eda0" providerId="LiveId" clId="{EDAE93F2-2B1F-4FE5-BBF4-E2EB8FC2390D}" dt="2026-09-19T19:39:34.583" v="4484" actId="20577"/>
          <ac:spMkLst>
            <pc:docMk/>
            <pc:sldMk cId="2135830241" sldId="257"/>
            <ac:spMk id="15" creationId="{69F73D12-E7FB-0ABA-9761-C803AE25E73A}"/>
          </ac:spMkLst>
        </pc:spChg>
      </pc:sldChg>
      <pc:sldChg chg="addSp delSp modSp del mod">
        <pc:chgData name="Ines Belhoussine" userId="8779269a92f3eda0" providerId="LiveId" clId="{EDAE93F2-2B1F-4FE5-BBF4-E2EB8FC2390D}" dt="2026-09-18T18:26:59.672" v="923" actId="2696"/>
        <pc:sldMkLst>
          <pc:docMk/>
          <pc:sldMk cId="617459177" sldId="258"/>
        </pc:sldMkLst>
        <pc:spChg chg="del">
          <ac:chgData name="Ines Belhoussine" userId="8779269a92f3eda0" providerId="LiveId" clId="{EDAE93F2-2B1F-4FE5-BBF4-E2EB8FC2390D}" dt="2026-09-18T18:21:12.623" v="640" actId="478"/>
          <ac:spMkLst>
            <pc:docMk/>
            <pc:sldMk cId="617459177" sldId="258"/>
            <ac:spMk id="3" creationId="{20BFF1FE-6C9E-498E-9596-6148174426BD}"/>
          </ac:spMkLst>
        </pc:spChg>
        <pc:spChg chg="del">
          <ac:chgData name="Ines Belhoussine" userId="8779269a92f3eda0" providerId="LiveId" clId="{EDAE93F2-2B1F-4FE5-BBF4-E2EB8FC2390D}" dt="2026-09-18T18:25:53.793" v="918" actId="478"/>
          <ac:spMkLst>
            <pc:docMk/>
            <pc:sldMk cId="617459177" sldId="258"/>
            <ac:spMk id="4" creationId="{EAA9292D-28A8-44FF-AAB1-66F988423D5C}"/>
          </ac:spMkLst>
        </pc:spChg>
        <pc:spChg chg="mod">
          <ac:chgData name="Ines Belhoussine" userId="8779269a92f3eda0" providerId="LiveId" clId="{EDAE93F2-2B1F-4FE5-BBF4-E2EB8FC2390D}" dt="2026-09-18T18:21:32.950" v="649" actId="14100"/>
          <ac:spMkLst>
            <pc:docMk/>
            <pc:sldMk cId="617459177" sldId="258"/>
            <ac:spMk id="6" creationId="{80882198-5643-403A-8894-4A1882DD2961}"/>
          </ac:spMkLst>
        </pc:spChg>
        <pc:spChg chg="del mod">
          <ac:chgData name="Ines Belhoussine" userId="8779269a92f3eda0" providerId="LiveId" clId="{EDAE93F2-2B1F-4FE5-BBF4-E2EB8FC2390D}" dt="2026-09-18T18:21:07.410" v="637" actId="478"/>
          <ac:spMkLst>
            <pc:docMk/>
            <pc:sldMk cId="617459177" sldId="258"/>
            <ac:spMk id="7" creationId="{8E2BCA96-ED2D-429E-BB18-493240ED2971}"/>
          </ac:spMkLst>
        </pc:spChg>
        <pc:spChg chg="del">
          <ac:chgData name="Ines Belhoussine" userId="8779269a92f3eda0" providerId="LiveId" clId="{EDAE93F2-2B1F-4FE5-BBF4-E2EB8FC2390D}" dt="2026-09-18T18:21:04.926" v="636" actId="478"/>
          <ac:spMkLst>
            <pc:docMk/>
            <pc:sldMk cId="617459177" sldId="258"/>
            <ac:spMk id="8" creationId="{8EE50582-A2F3-4F36-9554-3B6A1070AE2D}"/>
          </ac:spMkLst>
        </pc:spChg>
        <pc:spChg chg="del">
          <ac:chgData name="Ines Belhoussine" userId="8779269a92f3eda0" providerId="LiveId" clId="{EDAE93F2-2B1F-4FE5-BBF4-E2EB8FC2390D}" dt="2026-09-18T18:21:09.422" v="638" actId="478"/>
          <ac:spMkLst>
            <pc:docMk/>
            <pc:sldMk cId="617459177" sldId="258"/>
            <ac:spMk id="9" creationId="{F230578F-96A1-450D-A1F7-3A6A5489A357}"/>
          </ac:spMkLst>
        </pc:spChg>
        <pc:spChg chg="mod">
          <ac:chgData name="Ines Belhoussine" userId="8779269a92f3eda0" providerId="LiveId" clId="{EDAE93F2-2B1F-4FE5-BBF4-E2EB8FC2390D}" dt="2026-09-18T18:21:00.011" v="634" actId="1076"/>
          <ac:spMkLst>
            <pc:docMk/>
            <pc:sldMk cId="617459177" sldId="258"/>
            <ac:spMk id="10" creationId="{49EAF5EC-2BEF-46A7-AADB-FBF835346579}"/>
          </ac:spMkLst>
        </pc:spChg>
        <pc:spChg chg="del mod">
          <ac:chgData name="Ines Belhoussine" userId="8779269a92f3eda0" providerId="LiveId" clId="{EDAE93F2-2B1F-4FE5-BBF4-E2EB8FC2390D}" dt="2026-09-18T18:21:18.188" v="643" actId="478"/>
          <ac:spMkLst>
            <pc:docMk/>
            <pc:sldMk cId="617459177" sldId="258"/>
            <ac:spMk id="11" creationId="{A90098D1-70E6-45E0-87A6-39E1B6D63BF6}"/>
          </ac:spMkLst>
        </pc:spChg>
        <pc:spChg chg="del mod">
          <ac:chgData name="Ines Belhoussine" userId="8779269a92f3eda0" providerId="LiveId" clId="{EDAE93F2-2B1F-4FE5-BBF4-E2EB8FC2390D}" dt="2026-09-18T18:21:14.577" v="641" actId="478"/>
          <ac:spMkLst>
            <pc:docMk/>
            <pc:sldMk cId="617459177" sldId="258"/>
            <ac:spMk id="12" creationId="{82E90970-A7C3-4A16-8267-2D94693FB7D7}"/>
          </ac:spMkLst>
        </pc:spChg>
        <pc:spChg chg="del">
          <ac:chgData name="Ines Belhoussine" userId="8779269a92f3eda0" providerId="LiveId" clId="{EDAE93F2-2B1F-4FE5-BBF4-E2EB8FC2390D}" dt="2026-09-18T18:21:20.248" v="644" actId="478"/>
          <ac:spMkLst>
            <pc:docMk/>
            <pc:sldMk cId="617459177" sldId="258"/>
            <ac:spMk id="13" creationId="{BA639081-7B9A-4CB5-84AF-40C06B8A53FB}"/>
          </ac:spMkLst>
        </pc:spChg>
        <pc:spChg chg="mod">
          <ac:chgData name="Ines Belhoussine" userId="8779269a92f3eda0" providerId="LiveId" clId="{EDAE93F2-2B1F-4FE5-BBF4-E2EB8FC2390D}" dt="2026-09-18T18:21:53.229" v="674" actId="1076"/>
          <ac:spMkLst>
            <pc:docMk/>
            <pc:sldMk cId="617459177" sldId="258"/>
            <ac:spMk id="14" creationId="{3229227B-4D78-4BFF-922E-A4569FBA148B}"/>
          </ac:spMkLst>
        </pc:spChg>
        <pc:spChg chg="del mod">
          <ac:chgData name="Ines Belhoussine" userId="8779269a92f3eda0" providerId="LiveId" clId="{EDAE93F2-2B1F-4FE5-BBF4-E2EB8FC2390D}" dt="2026-09-18T18:21:29.014" v="648" actId="478"/>
          <ac:spMkLst>
            <pc:docMk/>
            <pc:sldMk cId="617459177" sldId="258"/>
            <ac:spMk id="15" creationId="{FD3A2365-5D97-4A32-A57C-F5965F8BDE34}"/>
          </ac:spMkLst>
        </pc:spChg>
        <pc:spChg chg="del">
          <ac:chgData name="Ines Belhoussine" userId="8779269a92f3eda0" providerId="LiveId" clId="{EDAE93F2-2B1F-4FE5-BBF4-E2EB8FC2390D}" dt="2026-09-18T18:21:22.538" v="645" actId="478"/>
          <ac:spMkLst>
            <pc:docMk/>
            <pc:sldMk cId="617459177" sldId="258"/>
            <ac:spMk id="16" creationId="{85239D3B-7A33-4335-844E-838AC732AB54}"/>
          </ac:spMkLst>
        </pc:spChg>
        <pc:spChg chg="del">
          <ac:chgData name="Ines Belhoussine" userId="8779269a92f3eda0" providerId="LiveId" clId="{EDAE93F2-2B1F-4FE5-BBF4-E2EB8FC2390D}" dt="2026-09-18T18:21:25.236" v="646" actId="478"/>
          <ac:spMkLst>
            <pc:docMk/>
            <pc:sldMk cId="617459177" sldId="258"/>
            <ac:spMk id="17" creationId="{C7340FDB-73F0-4846-8CDB-2C5991766642}"/>
          </ac:spMkLst>
        </pc:spChg>
        <pc:spChg chg="del">
          <ac:chgData name="Ines Belhoussine" userId="8779269a92f3eda0" providerId="LiveId" clId="{EDAE93F2-2B1F-4FE5-BBF4-E2EB8FC2390D}" dt="2026-09-18T18:25:56.958" v="919" actId="478"/>
          <ac:spMkLst>
            <pc:docMk/>
            <pc:sldMk cId="617459177" sldId="258"/>
            <ac:spMk id="18" creationId="{4A75A06D-A76B-4623-AAD7-CF364A8C4B3D}"/>
          </ac:spMkLst>
        </pc:spChg>
        <pc:spChg chg="add mod">
          <ac:chgData name="Ines Belhoussine" userId="8779269a92f3eda0" providerId="LiveId" clId="{EDAE93F2-2B1F-4FE5-BBF4-E2EB8FC2390D}" dt="2026-09-18T18:21:49.605" v="673" actId="20577"/>
          <ac:spMkLst>
            <pc:docMk/>
            <pc:sldMk cId="617459177" sldId="258"/>
            <ac:spMk id="21" creationId="{69F16A48-51D1-E862-FC5A-2FC7596C335E}"/>
          </ac:spMkLst>
        </pc:spChg>
        <pc:spChg chg="add mod">
          <ac:chgData name="Ines Belhoussine" userId="8779269a92f3eda0" providerId="LiveId" clId="{EDAE93F2-2B1F-4FE5-BBF4-E2EB8FC2390D}" dt="2026-09-18T18:24:05.455" v="821" actId="1076"/>
          <ac:spMkLst>
            <pc:docMk/>
            <pc:sldMk cId="617459177" sldId="258"/>
            <ac:spMk id="23" creationId="{DC47310D-DAB5-C950-70C4-25890ADDDB9F}"/>
          </ac:spMkLst>
        </pc:spChg>
        <pc:spChg chg="add mod">
          <ac:chgData name="Ines Belhoussine" userId="8779269a92f3eda0" providerId="LiveId" clId="{EDAE93F2-2B1F-4FE5-BBF4-E2EB8FC2390D}" dt="2026-09-18T18:22:53.275" v="714" actId="1076"/>
          <ac:spMkLst>
            <pc:docMk/>
            <pc:sldMk cId="617459177" sldId="258"/>
            <ac:spMk id="25" creationId="{A4147C8A-2DD6-C8CC-4D18-38A8D7C65F75}"/>
          </ac:spMkLst>
        </pc:spChg>
        <pc:spChg chg="add del">
          <ac:chgData name="Ines Belhoussine" userId="8779269a92f3eda0" providerId="LiveId" clId="{EDAE93F2-2B1F-4FE5-BBF4-E2EB8FC2390D}" dt="2026-09-18T18:23:02.980" v="716" actId="478"/>
          <ac:spMkLst>
            <pc:docMk/>
            <pc:sldMk cId="617459177" sldId="258"/>
            <ac:spMk id="27" creationId="{AAB9DBCC-F77B-8A40-ABC7-A71DD9A7C3FE}"/>
          </ac:spMkLst>
        </pc:spChg>
        <pc:spChg chg="add del">
          <ac:chgData name="Ines Belhoussine" userId="8779269a92f3eda0" providerId="LiveId" clId="{EDAE93F2-2B1F-4FE5-BBF4-E2EB8FC2390D}" dt="2026-09-18T18:23:05.990" v="718" actId="478"/>
          <ac:spMkLst>
            <pc:docMk/>
            <pc:sldMk cId="617459177" sldId="258"/>
            <ac:spMk id="29" creationId="{4CD51216-955B-B197-04BE-F64AE8B1BD55}"/>
          </ac:spMkLst>
        </pc:spChg>
        <pc:spChg chg="add del mod">
          <ac:chgData name="Ines Belhoussine" userId="8779269a92f3eda0" providerId="LiveId" clId="{EDAE93F2-2B1F-4FE5-BBF4-E2EB8FC2390D}" dt="2026-09-18T18:24:14.329" v="822" actId="478"/>
          <ac:spMkLst>
            <pc:docMk/>
            <pc:sldMk cId="617459177" sldId="258"/>
            <ac:spMk id="31" creationId="{78944BE2-E4B7-E7AC-A12F-2A936D36CAAB}"/>
          </ac:spMkLst>
        </pc:spChg>
        <pc:spChg chg="add del">
          <ac:chgData name="Ines Belhoussine" userId="8779269a92f3eda0" providerId="LiveId" clId="{EDAE93F2-2B1F-4FE5-BBF4-E2EB8FC2390D}" dt="2026-09-18T18:24:18.008" v="824" actId="478"/>
          <ac:spMkLst>
            <pc:docMk/>
            <pc:sldMk cId="617459177" sldId="258"/>
            <ac:spMk id="33" creationId="{4583BA69-7DB2-E44F-9FFC-6DA65E73D2F2}"/>
          </ac:spMkLst>
        </pc:spChg>
        <pc:spChg chg="add mod">
          <ac:chgData name="Ines Belhoussine" userId="8779269a92f3eda0" providerId="LiveId" clId="{EDAE93F2-2B1F-4FE5-BBF4-E2EB8FC2390D}" dt="2026-09-18T18:25:19.208" v="877" actId="1076"/>
          <ac:spMkLst>
            <pc:docMk/>
            <pc:sldMk cId="617459177" sldId="258"/>
            <ac:spMk id="35" creationId="{A7EEA52B-1189-870F-2FF6-58480B53CC03}"/>
          </ac:spMkLst>
        </pc:spChg>
        <pc:spChg chg="add mod">
          <ac:chgData name="Ines Belhoussine" userId="8779269a92f3eda0" providerId="LiveId" clId="{EDAE93F2-2B1F-4FE5-BBF4-E2EB8FC2390D}" dt="2026-09-18T18:25:23.983" v="878" actId="1076"/>
          <ac:spMkLst>
            <pc:docMk/>
            <pc:sldMk cId="617459177" sldId="258"/>
            <ac:spMk id="37" creationId="{62EA0223-6453-DB34-3D2B-6FB34571E052}"/>
          </ac:spMkLst>
        </pc:spChg>
        <pc:spChg chg="add mod">
          <ac:chgData name="Ines Belhoussine" userId="8779269a92f3eda0" providerId="LiveId" clId="{EDAE93F2-2B1F-4FE5-BBF4-E2EB8FC2390D}" dt="2026-09-18T18:25:46.152" v="917" actId="20577"/>
          <ac:spMkLst>
            <pc:docMk/>
            <pc:sldMk cId="617459177" sldId="258"/>
            <ac:spMk id="39" creationId="{B8421683-6475-EAB3-EF8D-9E24C95A685A}"/>
          </ac:spMkLst>
        </pc:spChg>
      </pc:sldChg>
      <pc:sldChg chg="del">
        <pc:chgData name="Ines Belhoussine" userId="8779269a92f3eda0" providerId="LiveId" clId="{EDAE93F2-2B1F-4FE5-BBF4-E2EB8FC2390D}" dt="2026-09-18T18:27:02.305" v="924" actId="2696"/>
        <pc:sldMkLst>
          <pc:docMk/>
          <pc:sldMk cId="729572833" sldId="259"/>
        </pc:sldMkLst>
      </pc:sldChg>
      <pc:sldChg chg="delSp modSp mod">
        <pc:chgData name="Ines Belhoussine" userId="8779269a92f3eda0" providerId="LiveId" clId="{EDAE93F2-2B1F-4FE5-BBF4-E2EB8FC2390D}" dt="2026-09-18T20:43:41.584" v="4483" actId="20577"/>
        <pc:sldMkLst>
          <pc:docMk/>
          <pc:sldMk cId="37959963" sldId="260"/>
        </pc:sldMkLst>
        <pc:spChg chg="mod">
          <ac:chgData name="Ines Belhoussine" userId="8779269a92f3eda0" providerId="LiveId" clId="{EDAE93F2-2B1F-4FE5-BBF4-E2EB8FC2390D}" dt="2026-09-18T19:05:24.780" v="3562" actId="1076"/>
          <ac:spMkLst>
            <pc:docMk/>
            <pc:sldMk cId="37959963" sldId="260"/>
            <ac:spMk id="3" creationId="{B40F8192-4E9A-4FAC-8CB7-1677E1710AAE}"/>
          </ac:spMkLst>
        </pc:spChg>
        <pc:spChg chg="del">
          <ac:chgData name="Ines Belhoussine" userId="8779269a92f3eda0" providerId="LiveId" clId="{EDAE93F2-2B1F-4FE5-BBF4-E2EB8FC2390D}" dt="2026-09-18T19:05:33.832" v="3566" actId="478"/>
          <ac:spMkLst>
            <pc:docMk/>
            <pc:sldMk cId="37959963" sldId="260"/>
            <ac:spMk id="4" creationId="{5454F098-BCD8-42E0-AF6E-15874475AD88}"/>
          </ac:spMkLst>
        </pc:spChg>
        <pc:spChg chg="mod">
          <ac:chgData name="Ines Belhoussine" userId="8779269a92f3eda0" providerId="LiveId" clId="{EDAE93F2-2B1F-4FE5-BBF4-E2EB8FC2390D}" dt="2026-09-18T19:04:26.601" v="3460" actId="20577"/>
          <ac:spMkLst>
            <pc:docMk/>
            <pc:sldMk cId="37959963" sldId="260"/>
            <ac:spMk id="5" creationId="{6C8DD4BD-6922-4F2F-8B8F-0722C28DAC84}"/>
          </ac:spMkLst>
        </pc:spChg>
        <pc:spChg chg="mod">
          <ac:chgData name="Ines Belhoussine" userId="8779269a92f3eda0" providerId="LiveId" clId="{EDAE93F2-2B1F-4FE5-BBF4-E2EB8FC2390D}" dt="2026-09-18T19:04:42.461" v="3516" actId="20577"/>
          <ac:spMkLst>
            <pc:docMk/>
            <pc:sldMk cId="37959963" sldId="260"/>
            <ac:spMk id="6" creationId="{2791FFAC-3D55-4124-AF74-4CFEED0CA4AF}"/>
          </ac:spMkLst>
        </pc:spChg>
        <pc:spChg chg="mod">
          <ac:chgData name="Ines Belhoussine" userId="8779269a92f3eda0" providerId="LiveId" clId="{EDAE93F2-2B1F-4FE5-BBF4-E2EB8FC2390D}" dt="2026-09-18T20:43:29.440" v="4481" actId="20577"/>
          <ac:spMkLst>
            <pc:docMk/>
            <pc:sldMk cId="37959963" sldId="260"/>
            <ac:spMk id="9" creationId="{841CB6CF-96C4-48AD-BDBB-F12AE3415332}"/>
          </ac:spMkLst>
        </pc:spChg>
        <pc:spChg chg="del mod">
          <ac:chgData name="Ines Belhoussine" userId="8779269a92f3eda0" providerId="LiveId" clId="{EDAE93F2-2B1F-4FE5-BBF4-E2EB8FC2390D}" dt="2026-09-18T19:05:43.327" v="3569" actId="478"/>
          <ac:spMkLst>
            <pc:docMk/>
            <pc:sldMk cId="37959963" sldId="260"/>
            <ac:spMk id="10" creationId="{DFA9A595-D435-4A03-82F7-6B841E77048F}"/>
          </ac:spMkLst>
        </pc:spChg>
        <pc:spChg chg="mod">
          <ac:chgData name="Ines Belhoussine" userId="8779269a92f3eda0" providerId="LiveId" clId="{EDAE93F2-2B1F-4FE5-BBF4-E2EB8FC2390D}" dt="2026-09-18T20:43:41.584" v="4483" actId="20577"/>
          <ac:spMkLst>
            <pc:docMk/>
            <pc:sldMk cId="37959963" sldId="260"/>
            <ac:spMk id="14" creationId="{AB7BAC9F-6866-4FF7-A91C-0BF7D2A03F5D}"/>
          </ac:spMkLst>
        </pc:spChg>
        <pc:spChg chg="del">
          <ac:chgData name="Ines Belhoussine" userId="8779269a92f3eda0" providerId="LiveId" clId="{EDAE93F2-2B1F-4FE5-BBF4-E2EB8FC2390D}" dt="2026-09-18T19:05:45.602" v="3570" actId="478"/>
          <ac:spMkLst>
            <pc:docMk/>
            <pc:sldMk cId="37959963" sldId="260"/>
            <ac:spMk id="15" creationId="{AAB4CB46-2711-4B76-8562-C2183595653B}"/>
          </ac:spMkLst>
        </pc:spChg>
        <pc:spChg chg="mod">
          <ac:chgData name="Ines Belhoussine" userId="8779269a92f3eda0" providerId="LiveId" clId="{EDAE93F2-2B1F-4FE5-BBF4-E2EB8FC2390D}" dt="2026-09-18T19:05:11.104" v="3559" actId="20577"/>
          <ac:spMkLst>
            <pc:docMk/>
            <pc:sldMk cId="37959963" sldId="260"/>
            <ac:spMk id="19" creationId="{9D0D0ADA-98DD-4996-9BDF-ED50E04CB156}"/>
          </ac:spMkLst>
        </pc:spChg>
        <pc:spChg chg="del">
          <ac:chgData name="Ines Belhoussine" userId="8779269a92f3eda0" providerId="LiveId" clId="{EDAE93F2-2B1F-4FE5-BBF4-E2EB8FC2390D}" dt="2026-09-18T19:05:47.257" v="3571" actId="478"/>
          <ac:spMkLst>
            <pc:docMk/>
            <pc:sldMk cId="37959963" sldId="260"/>
            <ac:spMk id="20" creationId="{38A6B603-5A2B-4E5A-82DC-A1FF9E32F5C4}"/>
          </ac:spMkLst>
        </pc:spChg>
        <pc:spChg chg="del">
          <ac:chgData name="Ines Belhoussine" userId="8779269a92f3eda0" providerId="LiveId" clId="{EDAE93F2-2B1F-4FE5-BBF4-E2EB8FC2390D}" dt="2026-09-18T19:05:26.706" v="3563" actId="478"/>
          <ac:spMkLst>
            <pc:docMk/>
            <pc:sldMk cId="37959963" sldId="260"/>
            <ac:spMk id="22" creationId="{2AD0B34D-4C26-47A5-8024-0144DFF47813}"/>
          </ac:spMkLst>
        </pc:spChg>
        <pc:spChg chg="del">
          <ac:chgData name="Ines Belhoussine" userId="8779269a92f3eda0" providerId="LiveId" clId="{EDAE93F2-2B1F-4FE5-BBF4-E2EB8FC2390D}" dt="2026-09-18T19:05:28.849" v="3564" actId="478"/>
          <ac:spMkLst>
            <pc:docMk/>
            <pc:sldMk cId="37959963" sldId="260"/>
            <ac:spMk id="24" creationId="{A2036F25-8ED2-47E4-A59E-81A624A63BAC}"/>
          </ac:spMkLst>
        </pc:spChg>
        <pc:spChg chg="del">
          <ac:chgData name="Ines Belhoussine" userId="8779269a92f3eda0" providerId="LiveId" clId="{EDAE93F2-2B1F-4FE5-BBF4-E2EB8FC2390D}" dt="2026-09-18T19:05:30.566" v="3565" actId="478"/>
          <ac:spMkLst>
            <pc:docMk/>
            <pc:sldMk cId="37959963" sldId="260"/>
            <ac:spMk id="25" creationId="{6BA65C2C-DE87-474C-9C8B-9DEB6E83C847}"/>
          </ac:spMkLst>
        </pc:spChg>
        <pc:spChg chg="del">
          <ac:chgData name="Ines Belhoussine" userId="8779269a92f3eda0" providerId="LiveId" clId="{EDAE93F2-2B1F-4FE5-BBF4-E2EB8FC2390D}" dt="2026-09-18T19:05:36.231" v="3567" actId="478"/>
          <ac:spMkLst>
            <pc:docMk/>
            <pc:sldMk cId="37959963" sldId="260"/>
            <ac:spMk id="26" creationId="{36E54893-8929-4312-83D4-672B2D9964E3}"/>
          </ac:spMkLst>
        </pc:spChg>
      </pc:sldChg>
      <pc:sldChg chg="addSp delSp modSp mod">
        <pc:chgData name="Ines Belhoussine" userId="8779269a92f3eda0" providerId="LiveId" clId="{EDAE93F2-2B1F-4FE5-BBF4-E2EB8FC2390D}" dt="2026-09-18T20:34:31.624" v="4430" actId="20577"/>
        <pc:sldMkLst>
          <pc:docMk/>
          <pc:sldMk cId="1581067245" sldId="261"/>
        </pc:sldMkLst>
        <pc:spChg chg="mod">
          <ac:chgData name="Ines Belhoussine" userId="8779269a92f3eda0" providerId="LiveId" clId="{EDAE93F2-2B1F-4FE5-BBF4-E2EB8FC2390D}" dt="2026-09-18T19:09:17.282" v="4079" actId="20577"/>
          <ac:spMkLst>
            <pc:docMk/>
            <pc:sldMk cId="1581067245" sldId="261"/>
            <ac:spMk id="2" creationId="{DDC8BF2B-036C-4405-9707-2A16D7254F6A}"/>
          </ac:spMkLst>
        </pc:spChg>
        <pc:spChg chg="del">
          <ac:chgData name="Ines Belhoussine" userId="8779269a92f3eda0" providerId="LiveId" clId="{EDAE93F2-2B1F-4FE5-BBF4-E2EB8FC2390D}" dt="2026-09-18T19:10:19.390" v="4158" actId="478"/>
          <ac:spMkLst>
            <pc:docMk/>
            <pc:sldMk cId="1581067245" sldId="261"/>
            <ac:spMk id="3" creationId="{26C8706A-7595-4075-8AC3-30C50371A9D9}"/>
          </ac:spMkLst>
        </pc:spChg>
        <pc:spChg chg="del mod">
          <ac:chgData name="Ines Belhoussine" userId="8779269a92f3eda0" providerId="LiveId" clId="{EDAE93F2-2B1F-4FE5-BBF4-E2EB8FC2390D}" dt="2026-09-18T19:09:39.416" v="4099" actId="478"/>
          <ac:spMkLst>
            <pc:docMk/>
            <pc:sldMk cId="1581067245" sldId="261"/>
            <ac:spMk id="4" creationId="{A683C114-832F-404F-82BC-60C0D24B950B}"/>
          </ac:spMkLst>
        </pc:spChg>
        <pc:spChg chg="mod">
          <ac:chgData name="Ines Belhoussine" userId="8779269a92f3eda0" providerId="LiveId" clId="{EDAE93F2-2B1F-4FE5-BBF4-E2EB8FC2390D}" dt="2026-09-18T19:09:25.112" v="4084" actId="20577"/>
          <ac:spMkLst>
            <pc:docMk/>
            <pc:sldMk cId="1581067245" sldId="261"/>
            <ac:spMk id="5" creationId="{B956764C-115D-4795-87BB-82A2C8F922FB}"/>
          </ac:spMkLst>
        </pc:spChg>
        <pc:spChg chg="mod">
          <ac:chgData name="Ines Belhoussine" userId="8779269a92f3eda0" providerId="LiveId" clId="{EDAE93F2-2B1F-4FE5-BBF4-E2EB8FC2390D}" dt="2026-09-18T19:09:42.817" v="4103" actId="20577"/>
          <ac:spMkLst>
            <pc:docMk/>
            <pc:sldMk cId="1581067245" sldId="261"/>
            <ac:spMk id="6" creationId="{B63B8D33-E48E-43B2-9BE3-81257FAA2249}"/>
          </ac:spMkLst>
        </pc:spChg>
        <pc:spChg chg="del">
          <ac:chgData name="Ines Belhoussine" userId="8779269a92f3eda0" providerId="LiveId" clId="{EDAE93F2-2B1F-4FE5-BBF4-E2EB8FC2390D}" dt="2026-09-18T19:10:17.327" v="4157" actId="478"/>
          <ac:spMkLst>
            <pc:docMk/>
            <pc:sldMk cId="1581067245" sldId="261"/>
            <ac:spMk id="8" creationId="{3861CAE5-7311-4E6E-BC48-049497B6A009}"/>
          </ac:spMkLst>
        </pc:spChg>
        <pc:spChg chg="mod">
          <ac:chgData name="Ines Belhoussine" userId="8779269a92f3eda0" providerId="LiveId" clId="{EDAE93F2-2B1F-4FE5-BBF4-E2EB8FC2390D}" dt="2026-09-18T19:09:30.590" v="4096" actId="20577"/>
          <ac:spMkLst>
            <pc:docMk/>
            <pc:sldMk cId="1581067245" sldId="261"/>
            <ac:spMk id="9" creationId="{AC7DD4C1-5837-4F68-AACE-52D3F14EA749}"/>
          </ac:spMkLst>
        </pc:spChg>
        <pc:spChg chg="mod">
          <ac:chgData name="Ines Belhoussine" userId="8779269a92f3eda0" providerId="LiveId" clId="{EDAE93F2-2B1F-4FE5-BBF4-E2EB8FC2390D}" dt="2026-09-18T20:34:19.906" v="4407" actId="20577"/>
          <ac:spMkLst>
            <pc:docMk/>
            <pc:sldMk cId="1581067245" sldId="261"/>
            <ac:spMk id="10" creationId="{548F0CB4-690B-4B60-AB1B-B528DBF4E620}"/>
          </ac:spMkLst>
        </pc:spChg>
        <pc:spChg chg="del">
          <ac:chgData name="Ines Belhoussine" userId="8779269a92f3eda0" providerId="LiveId" clId="{EDAE93F2-2B1F-4FE5-BBF4-E2EB8FC2390D}" dt="2026-09-18T19:10:21.200" v="4159" actId="478"/>
          <ac:spMkLst>
            <pc:docMk/>
            <pc:sldMk cId="1581067245" sldId="261"/>
            <ac:spMk id="12" creationId="{A7DCE7E1-2517-44B6-96E2-125E9075DA7A}"/>
          </ac:spMkLst>
        </pc:spChg>
        <pc:spChg chg="mod">
          <ac:chgData name="Ines Belhoussine" userId="8779269a92f3eda0" providerId="LiveId" clId="{EDAE93F2-2B1F-4FE5-BBF4-E2EB8FC2390D}" dt="2026-09-18T19:09:33.749" v="4097" actId="20577"/>
          <ac:spMkLst>
            <pc:docMk/>
            <pc:sldMk cId="1581067245" sldId="261"/>
            <ac:spMk id="13" creationId="{59F7A0E5-C72B-4936-B7A6-3B2E7ABB124E}"/>
          </ac:spMkLst>
        </pc:spChg>
        <pc:spChg chg="mod">
          <ac:chgData name="Ines Belhoussine" userId="8779269a92f3eda0" providerId="LiveId" clId="{EDAE93F2-2B1F-4FE5-BBF4-E2EB8FC2390D}" dt="2026-09-18T19:09:54.515" v="4123" actId="20577"/>
          <ac:spMkLst>
            <pc:docMk/>
            <pc:sldMk cId="1581067245" sldId="261"/>
            <ac:spMk id="14" creationId="{602E82AA-E94D-419E-9787-ADC81E2FD398}"/>
          </ac:spMkLst>
        </pc:spChg>
        <pc:spChg chg="del">
          <ac:chgData name="Ines Belhoussine" userId="8779269a92f3eda0" providerId="LiveId" clId="{EDAE93F2-2B1F-4FE5-BBF4-E2EB8FC2390D}" dt="2026-09-18T19:10:23.616" v="4160" actId="478"/>
          <ac:spMkLst>
            <pc:docMk/>
            <pc:sldMk cId="1581067245" sldId="261"/>
            <ac:spMk id="15" creationId="{9741EC96-DAB0-4FB3-A896-631ED491069A}"/>
          </ac:spMkLst>
        </pc:spChg>
        <pc:spChg chg="del">
          <ac:chgData name="Ines Belhoussine" userId="8779269a92f3eda0" providerId="LiveId" clId="{EDAE93F2-2B1F-4FE5-BBF4-E2EB8FC2390D}" dt="2026-09-18T19:10:25.871" v="4161" actId="478"/>
          <ac:spMkLst>
            <pc:docMk/>
            <pc:sldMk cId="1581067245" sldId="261"/>
            <ac:spMk id="16" creationId="{98EEBD71-EAF0-46CE-9100-0234EDDAE9D2}"/>
          </ac:spMkLst>
        </pc:spChg>
        <pc:spChg chg="del">
          <ac:chgData name="Ines Belhoussine" userId="8779269a92f3eda0" providerId="LiveId" clId="{EDAE93F2-2B1F-4FE5-BBF4-E2EB8FC2390D}" dt="2026-09-18T19:10:28.428" v="4162" actId="478"/>
          <ac:spMkLst>
            <pc:docMk/>
            <pc:sldMk cId="1581067245" sldId="261"/>
            <ac:spMk id="17" creationId="{10210596-4D84-4FCA-A5AD-0A0527EFF127}"/>
          </ac:spMkLst>
        </pc:spChg>
        <pc:spChg chg="add mod">
          <ac:chgData name="Ines Belhoussine" userId="8779269a92f3eda0" providerId="LiveId" clId="{EDAE93F2-2B1F-4FE5-BBF4-E2EB8FC2390D}" dt="2026-09-18T20:34:31.624" v="4430" actId="20577"/>
          <ac:spMkLst>
            <pc:docMk/>
            <pc:sldMk cId="1581067245" sldId="261"/>
            <ac:spMk id="19" creationId="{7F16FFFE-DE29-EBE7-A08D-4BE55D98A018}"/>
          </ac:spMkLst>
        </pc:spChg>
      </pc:sldChg>
      <pc:sldChg chg="delSp modSp mod">
        <pc:chgData name="Ines Belhoussine" userId="8779269a92f3eda0" providerId="LiveId" clId="{EDAE93F2-2B1F-4FE5-BBF4-E2EB8FC2390D}" dt="2026-09-18T20:35:15.442" v="4431" actId="478"/>
        <pc:sldMkLst>
          <pc:docMk/>
          <pc:sldMk cId="119511990" sldId="262"/>
        </pc:sldMkLst>
        <pc:spChg chg="del">
          <ac:chgData name="Ines Belhoussine" userId="8779269a92f3eda0" providerId="LiveId" clId="{EDAE93F2-2B1F-4FE5-BBF4-E2EB8FC2390D}" dt="2026-09-18T19:11:06.126" v="4200" actId="478"/>
          <ac:spMkLst>
            <pc:docMk/>
            <pc:sldMk cId="119511990" sldId="262"/>
            <ac:spMk id="2" creationId="{14B33B1A-E7A9-48DA-8746-04CBEF83324D}"/>
          </ac:spMkLst>
        </pc:spChg>
        <pc:spChg chg="del">
          <ac:chgData name="Ines Belhoussine" userId="8779269a92f3eda0" providerId="LiveId" clId="{EDAE93F2-2B1F-4FE5-BBF4-E2EB8FC2390D}" dt="2026-09-18T20:35:15.442" v="4431" actId="478"/>
          <ac:spMkLst>
            <pc:docMk/>
            <pc:sldMk cId="119511990" sldId="262"/>
            <ac:spMk id="4" creationId="{090804D8-EBB6-46EC-9452-2DD53BB13103}"/>
          </ac:spMkLst>
        </pc:spChg>
        <pc:spChg chg="mod">
          <ac:chgData name="Ines Belhoussine" userId="8779269a92f3eda0" providerId="LiveId" clId="{EDAE93F2-2B1F-4FE5-BBF4-E2EB8FC2390D}" dt="2026-09-18T19:11:00.315" v="4198" actId="20577"/>
          <ac:spMkLst>
            <pc:docMk/>
            <pc:sldMk cId="119511990" sldId="262"/>
            <ac:spMk id="5" creationId="{D10B3763-A687-494D-AD7D-D70E748323DE}"/>
          </ac:spMkLst>
        </pc:spChg>
        <pc:spChg chg="del">
          <ac:chgData name="Ines Belhoussine" userId="8779269a92f3eda0" providerId="LiveId" clId="{EDAE93F2-2B1F-4FE5-BBF4-E2EB8FC2390D}" dt="2026-09-18T19:11:04.326" v="4199" actId="478"/>
          <ac:spMkLst>
            <pc:docMk/>
            <pc:sldMk cId="119511990" sldId="262"/>
            <ac:spMk id="7" creationId="{1F26E436-D941-44D9-99D2-0F579428E292}"/>
          </ac:spMkLst>
        </pc:spChg>
        <pc:spChg chg="mod">
          <ac:chgData name="Ines Belhoussine" userId="8779269a92f3eda0" providerId="LiveId" clId="{EDAE93F2-2B1F-4FE5-BBF4-E2EB8FC2390D}" dt="2026-09-18T19:11:22.217" v="4277" actId="20577"/>
          <ac:spMkLst>
            <pc:docMk/>
            <pc:sldMk cId="119511990" sldId="262"/>
            <ac:spMk id="8" creationId="{46CE0497-6D8A-4D03-99CE-FE0A5D55E3A4}"/>
          </ac:spMkLst>
        </pc:spChg>
        <pc:spChg chg="mod">
          <ac:chgData name="Ines Belhoussine" userId="8779269a92f3eda0" providerId="LiveId" clId="{EDAE93F2-2B1F-4FE5-BBF4-E2EB8FC2390D}" dt="2026-09-18T19:11:14.974" v="4246" actId="20577"/>
          <ac:spMkLst>
            <pc:docMk/>
            <pc:sldMk cId="119511990" sldId="262"/>
            <ac:spMk id="9" creationId="{CECCAEDC-2130-4AA1-91C0-A6917051543C}"/>
          </ac:spMkLst>
        </pc:spChg>
        <pc:spChg chg="del">
          <ac:chgData name="Ines Belhoussine" userId="8779269a92f3eda0" providerId="LiveId" clId="{EDAE93F2-2B1F-4FE5-BBF4-E2EB8FC2390D}" dt="2026-09-18T19:11:25.659" v="4278" actId="478"/>
          <ac:spMkLst>
            <pc:docMk/>
            <pc:sldMk cId="119511990" sldId="262"/>
            <ac:spMk id="10" creationId="{4BF0C5FB-5676-484F-A30C-331C96B8652A}"/>
          </ac:spMkLst>
        </pc:spChg>
        <pc:spChg chg="del">
          <ac:chgData name="Ines Belhoussine" userId="8779269a92f3eda0" providerId="LiveId" clId="{EDAE93F2-2B1F-4FE5-BBF4-E2EB8FC2390D}" dt="2026-09-18T19:11:28.236" v="4279" actId="478"/>
          <ac:spMkLst>
            <pc:docMk/>
            <pc:sldMk cId="119511990" sldId="262"/>
            <ac:spMk id="11" creationId="{BB896261-B423-4196-864D-08BAA6185832}"/>
          </ac:spMkLst>
        </pc:spChg>
      </pc:sldChg>
      <pc:sldChg chg="del">
        <pc:chgData name="Ines Belhoussine" userId="8779269a92f3eda0" providerId="LiveId" clId="{EDAE93F2-2B1F-4FE5-BBF4-E2EB8FC2390D}" dt="2026-09-18T19:09:06.183" v="4064" actId="2696"/>
        <pc:sldMkLst>
          <pc:docMk/>
          <pc:sldMk cId="1011469481" sldId="263"/>
        </pc:sldMkLst>
      </pc:sldChg>
      <pc:sldChg chg="del">
        <pc:chgData name="Ines Belhoussine" userId="8779269a92f3eda0" providerId="LiveId" clId="{EDAE93F2-2B1F-4FE5-BBF4-E2EB8FC2390D}" dt="2026-09-18T19:09:10.444" v="4066" actId="2696"/>
        <pc:sldMkLst>
          <pc:docMk/>
          <pc:sldMk cId="4254322328" sldId="264"/>
        </pc:sldMkLst>
      </pc:sldChg>
      <pc:sldChg chg="del">
        <pc:chgData name="Ines Belhoussine" userId="8779269a92f3eda0" providerId="LiveId" clId="{EDAE93F2-2B1F-4FE5-BBF4-E2EB8FC2390D}" dt="2026-09-18T19:10:32.853" v="4163" actId="2696"/>
        <pc:sldMkLst>
          <pc:docMk/>
          <pc:sldMk cId="931385022" sldId="265"/>
        </pc:sldMkLst>
      </pc:sldChg>
      <pc:sldChg chg="del">
        <pc:chgData name="Ines Belhoussine" userId="8779269a92f3eda0" providerId="LiveId" clId="{EDAE93F2-2B1F-4FE5-BBF4-E2EB8FC2390D}" dt="2026-09-18T19:10:36.936" v="4164" actId="2696"/>
        <pc:sldMkLst>
          <pc:docMk/>
          <pc:sldMk cId="955001597" sldId="266"/>
        </pc:sldMkLst>
      </pc:sldChg>
      <pc:sldChg chg="del">
        <pc:chgData name="Ines Belhoussine" userId="8779269a92f3eda0" providerId="LiveId" clId="{EDAE93F2-2B1F-4FE5-BBF4-E2EB8FC2390D}" dt="2026-09-18T19:10:39.038" v="4165" actId="2696"/>
        <pc:sldMkLst>
          <pc:docMk/>
          <pc:sldMk cId="1664405075" sldId="267"/>
        </pc:sldMkLst>
      </pc:sldChg>
      <pc:sldChg chg="del">
        <pc:chgData name="Ines Belhoussine" userId="8779269a92f3eda0" providerId="LiveId" clId="{EDAE93F2-2B1F-4FE5-BBF4-E2EB8FC2390D}" dt="2026-09-18T19:10:41.384" v="4166" actId="2696"/>
        <pc:sldMkLst>
          <pc:docMk/>
          <pc:sldMk cId="549705911" sldId="268"/>
        </pc:sldMkLst>
      </pc:sldChg>
      <pc:sldChg chg="del">
        <pc:chgData name="Ines Belhoussine" userId="8779269a92f3eda0" providerId="LiveId" clId="{EDAE93F2-2B1F-4FE5-BBF4-E2EB8FC2390D}" dt="2026-09-18T19:10:43.592" v="4167" actId="2696"/>
        <pc:sldMkLst>
          <pc:docMk/>
          <pc:sldMk cId="2495818418" sldId="269"/>
        </pc:sldMkLst>
      </pc:sldChg>
      <pc:sldChg chg="del">
        <pc:chgData name="Ines Belhoussine" userId="8779269a92f3eda0" providerId="LiveId" clId="{EDAE93F2-2B1F-4FE5-BBF4-E2EB8FC2390D}" dt="2026-09-18T19:10:45.677" v="4168" actId="2696"/>
        <pc:sldMkLst>
          <pc:docMk/>
          <pc:sldMk cId="1030688614" sldId="270"/>
        </pc:sldMkLst>
      </pc:sldChg>
      <pc:sldChg chg="del">
        <pc:chgData name="Ines Belhoussine" userId="8779269a92f3eda0" providerId="LiveId" clId="{EDAE93F2-2B1F-4FE5-BBF4-E2EB8FC2390D}" dt="2026-09-18T19:10:49.263" v="4169" actId="2696"/>
        <pc:sldMkLst>
          <pc:docMk/>
          <pc:sldMk cId="3818739874" sldId="271"/>
        </pc:sldMkLst>
      </pc:sldChg>
      <pc:sldChg chg="del">
        <pc:chgData name="Ines Belhoussine" userId="8779269a92f3eda0" providerId="LiveId" clId="{EDAE93F2-2B1F-4FE5-BBF4-E2EB8FC2390D}" dt="2026-09-18T19:10:51.688" v="4170" actId="2696"/>
        <pc:sldMkLst>
          <pc:docMk/>
          <pc:sldMk cId="2750393128" sldId="272"/>
        </pc:sldMkLst>
      </pc:sldChg>
      <pc:sldChg chg="addSp delSp modSp add mod">
        <pc:chgData name="Ines Belhoussine" userId="8779269a92f3eda0" providerId="LiveId" clId="{EDAE93F2-2B1F-4FE5-BBF4-E2EB8FC2390D}" dt="2026-09-18T18:31:49.264" v="1182" actId="208"/>
        <pc:sldMkLst>
          <pc:docMk/>
          <pc:sldMk cId="4251658960" sldId="273"/>
        </pc:sldMkLst>
        <pc:spChg chg="mod">
          <ac:chgData name="Ines Belhoussine" userId="8779269a92f3eda0" providerId="LiveId" clId="{EDAE93F2-2B1F-4FE5-BBF4-E2EB8FC2390D}" dt="2026-09-18T18:28:30.218" v="941" actId="20577"/>
          <ac:spMkLst>
            <pc:docMk/>
            <pc:sldMk cId="4251658960" sldId="273"/>
            <ac:spMk id="2" creationId="{B5FC5643-03D9-D497-A431-CD50963C4B80}"/>
          </ac:spMkLst>
        </pc:spChg>
        <pc:spChg chg="del">
          <ac:chgData name="Ines Belhoussine" userId="8779269a92f3eda0" providerId="LiveId" clId="{EDAE93F2-2B1F-4FE5-BBF4-E2EB8FC2390D}" dt="2026-09-18T18:28:05.398" v="929" actId="478"/>
          <ac:spMkLst>
            <pc:docMk/>
            <pc:sldMk cId="4251658960" sldId="273"/>
            <ac:spMk id="4" creationId="{B49C625F-E8E7-A040-C458-96287EC8419E}"/>
          </ac:spMkLst>
        </pc:spChg>
        <pc:spChg chg="del">
          <ac:chgData name="Ines Belhoussine" userId="8779269a92f3eda0" providerId="LiveId" clId="{EDAE93F2-2B1F-4FE5-BBF4-E2EB8FC2390D}" dt="2026-09-18T18:28:05.398" v="929" actId="478"/>
          <ac:spMkLst>
            <pc:docMk/>
            <pc:sldMk cId="4251658960" sldId="273"/>
            <ac:spMk id="5" creationId="{E25AFE82-1122-A431-773D-DCDC5B39F3C4}"/>
          </ac:spMkLst>
        </pc:spChg>
        <pc:spChg chg="del">
          <ac:chgData name="Ines Belhoussine" userId="8779269a92f3eda0" providerId="LiveId" clId="{EDAE93F2-2B1F-4FE5-BBF4-E2EB8FC2390D}" dt="2026-09-18T18:28:05.398" v="929" actId="478"/>
          <ac:spMkLst>
            <pc:docMk/>
            <pc:sldMk cId="4251658960" sldId="273"/>
            <ac:spMk id="6" creationId="{364BB58A-1E40-B009-A17F-00E9F93BF55A}"/>
          </ac:spMkLst>
        </pc:spChg>
        <pc:spChg chg="del">
          <ac:chgData name="Ines Belhoussine" userId="8779269a92f3eda0" providerId="LiveId" clId="{EDAE93F2-2B1F-4FE5-BBF4-E2EB8FC2390D}" dt="2026-09-18T18:28:05.398" v="929" actId="478"/>
          <ac:spMkLst>
            <pc:docMk/>
            <pc:sldMk cId="4251658960" sldId="273"/>
            <ac:spMk id="7" creationId="{041B7FC8-D5B6-4836-A0AB-253953BB3833}"/>
          </ac:spMkLst>
        </pc:spChg>
        <pc:spChg chg="del">
          <ac:chgData name="Ines Belhoussine" userId="8779269a92f3eda0" providerId="LiveId" clId="{EDAE93F2-2B1F-4FE5-BBF4-E2EB8FC2390D}" dt="2026-09-18T18:28:05.398" v="929" actId="478"/>
          <ac:spMkLst>
            <pc:docMk/>
            <pc:sldMk cId="4251658960" sldId="273"/>
            <ac:spMk id="8" creationId="{2BC2B433-F0DB-8DD3-43F7-4A12C164CF8A}"/>
          </ac:spMkLst>
        </pc:spChg>
        <pc:spChg chg="del">
          <ac:chgData name="Ines Belhoussine" userId="8779269a92f3eda0" providerId="LiveId" clId="{EDAE93F2-2B1F-4FE5-BBF4-E2EB8FC2390D}" dt="2026-09-18T18:28:05.398" v="929" actId="478"/>
          <ac:spMkLst>
            <pc:docMk/>
            <pc:sldMk cId="4251658960" sldId="273"/>
            <ac:spMk id="9" creationId="{14F73BC4-803E-5C17-9CB9-05AC37585652}"/>
          </ac:spMkLst>
        </pc:spChg>
        <pc:spChg chg="del">
          <ac:chgData name="Ines Belhoussine" userId="8779269a92f3eda0" providerId="LiveId" clId="{EDAE93F2-2B1F-4FE5-BBF4-E2EB8FC2390D}" dt="2026-09-18T18:28:05.398" v="929" actId="478"/>
          <ac:spMkLst>
            <pc:docMk/>
            <pc:sldMk cId="4251658960" sldId="273"/>
            <ac:spMk id="10" creationId="{E24FE155-2536-987E-A8AF-16C4879A34DC}"/>
          </ac:spMkLst>
        </pc:spChg>
        <pc:spChg chg="del">
          <ac:chgData name="Ines Belhoussine" userId="8779269a92f3eda0" providerId="LiveId" clId="{EDAE93F2-2B1F-4FE5-BBF4-E2EB8FC2390D}" dt="2026-09-18T18:28:05.398" v="929" actId="478"/>
          <ac:spMkLst>
            <pc:docMk/>
            <pc:sldMk cId="4251658960" sldId="273"/>
            <ac:spMk id="11" creationId="{BB8A72BE-146F-DD48-7A5A-00A60AA8CD28}"/>
          </ac:spMkLst>
        </pc:spChg>
        <pc:spChg chg="del">
          <ac:chgData name="Ines Belhoussine" userId="8779269a92f3eda0" providerId="LiveId" clId="{EDAE93F2-2B1F-4FE5-BBF4-E2EB8FC2390D}" dt="2026-09-18T18:28:05.398" v="929" actId="478"/>
          <ac:spMkLst>
            <pc:docMk/>
            <pc:sldMk cId="4251658960" sldId="273"/>
            <ac:spMk id="12" creationId="{2FA41AEC-3614-F3D7-5F74-64D22E04FD9A}"/>
          </ac:spMkLst>
        </pc:spChg>
        <pc:spChg chg="add del mod">
          <ac:chgData name="Ines Belhoussine" userId="8779269a92f3eda0" providerId="LiveId" clId="{EDAE93F2-2B1F-4FE5-BBF4-E2EB8FC2390D}" dt="2026-09-18T18:28:50.192" v="970" actId="478"/>
          <ac:spMkLst>
            <pc:docMk/>
            <pc:sldMk cId="4251658960" sldId="273"/>
            <ac:spMk id="14" creationId="{F8E5B43B-2189-94C2-2379-8D8C0E065660}"/>
          </ac:spMkLst>
        </pc:spChg>
        <pc:spChg chg="mod">
          <ac:chgData name="Ines Belhoussine" userId="8779269a92f3eda0" providerId="LiveId" clId="{EDAE93F2-2B1F-4FE5-BBF4-E2EB8FC2390D}" dt="2026-09-18T18:28:40.217" v="967" actId="20577"/>
          <ac:spMkLst>
            <pc:docMk/>
            <pc:sldMk cId="4251658960" sldId="273"/>
            <ac:spMk id="15" creationId="{BD1C95B7-67E4-94F0-6BAC-DC2FD2ED51A9}"/>
          </ac:spMkLst>
        </pc:spChg>
        <pc:spChg chg="add mod">
          <ac:chgData name="Ines Belhoussine" userId="8779269a92f3eda0" providerId="LiveId" clId="{EDAE93F2-2B1F-4FE5-BBF4-E2EB8FC2390D}" dt="2026-09-18T18:29:06.610" v="992" actId="20577"/>
          <ac:spMkLst>
            <pc:docMk/>
            <pc:sldMk cId="4251658960" sldId="273"/>
            <ac:spMk id="17" creationId="{6B2B45F4-EA63-4093-CA94-7754BF35AF26}"/>
          </ac:spMkLst>
        </pc:spChg>
        <pc:spChg chg="add mod">
          <ac:chgData name="Ines Belhoussine" userId="8779269a92f3eda0" providerId="LiveId" clId="{EDAE93F2-2B1F-4FE5-BBF4-E2EB8FC2390D}" dt="2026-09-18T18:29:54.217" v="1082" actId="20577"/>
          <ac:spMkLst>
            <pc:docMk/>
            <pc:sldMk cId="4251658960" sldId="273"/>
            <ac:spMk id="19" creationId="{244CB966-BA86-D14B-5DCD-36EA4B6E52F9}"/>
          </ac:spMkLst>
        </pc:spChg>
        <pc:spChg chg="add mod">
          <ac:chgData name="Ines Belhoussine" userId="8779269a92f3eda0" providerId="LiveId" clId="{EDAE93F2-2B1F-4FE5-BBF4-E2EB8FC2390D}" dt="2026-09-18T18:30:19.527" v="1139" actId="20577"/>
          <ac:spMkLst>
            <pc:docMk/>
            <pc:sldMk cId="4251658960" sldId="273"/>
            <ac:spMk id="21" creationId="{6D78BE6D-970C-8D77-541A-1123063AF537}"/>
          </ac:spMkLst>
        </pc:spChg>
        <pc:spChg chg="add mod">
          <ac:chgData name="Ines Belhoussine" userId="8779269a92f3eda0" providerId="LiveId" clId="{EDAE93F2-2B1F-4FE5-BBF4-E2EB8FC2390D}" dt="2026-09-18T18:30:38.995" v="1174" actId="20577"/>
          <ac:spMkLst>
            <pc:docMk/>
            <pc:sldMk cId="4251658960" sldId="273"/>
            <ac:spMk id="23" creationId="{52CC1305-858C-0619-68FF-D14FBDC3914E}"/>
          </ac:spMkLst>
        </pc:spChg>
        <pc:cxnChg chg="add mod">
          <ac:chgData name="Ines Belhoussine" userId="8779269a92f3eda0" providerId="LiveId" clId="{EDAE93F2-2B1F-4FE5-BBF4-E2EB8FC2390D}" dt="2026-09-18T18:31:49.264" v="1182" actId="208"/>
          <ac:cxnSpMkLst>
            <pc:docMk/>
            <pc:sldMk cId="4251658960" sldId="273"/>
            <ac:cxnSpMk id="25" creationId="{94243CCD-DAD5-46E7-AC9F-445D7B852A23}"/>
          </ac:cxnSpMkLst>
        </pc:cxnChg>
        <pc:cxnChg chg="add mod">
          <ac:chgData name="Ines Belhoussine" userId="8779269a92f3eda0" providerId="LiveId" clId="{EDAE93F2-2B1F-4FE5-BBF4-E2EB8FC2390D}" dt="2026-09-18T18:31:49.264" v="1182" actId="208"/>
          <ac:cxnSpMkLst>
            <pc:docMk/>
            <pc:sldMk cId="4251658960" sldId="273"/>
            <ac:cxnSpMk id="26" creationId="{D27D77AC-047E-0AA2-DF1B-28C0A2BB2D9A}"/>
          </ac:cxnSpMkLst>
        </pc:cxnChg>
        <pc:cxnChg chg="add mod">
          <ac:chgData name="Ines Belhoussine" userId="8779269a92f3eda0" providerId="LiveId" clId="{EDAE93F2-2B1F-4FE5-BBF4-E2EB8FC2390D}" dt="2026-09-18T18:31:49.264" v="1182" actId="208"/>
          <ac:cxnSpMkLst>
            <pc:docMk/>
            <pc:sldMk cId="4251658960" sldId="273"/>
            <ac:cxnSpMk id="27" creationId="{AEFCDC5C-60CB-10B5-8975-833CA89E16ED}"/>
          </ac:cxnSpMkLst>
        </pc:cxnChg>
        <pc:cxnChg chg="add mod">
          <ac:chgData name="Ines Belhoussine" userId="8779269a92f3eda0" providerId="LiveId" clId="{EDAE93F2-2B1F-4FE5-BBF4-E2EB8FC2390D}" dt="2026-09-18T18:31:49.264" v="1182" actId="208"/>
          <ac:cxnSpMkLst>
            <pc:docMk/>
            <pc:sldMk cId="4251658960" sldId="273"/>
            <ac:cxnSpMk id="28" creationId="{1A6564AB-25F3-1470-2F8F-502D6409437E}"/>
          </ac:cxnSpMkLst>
        </pc:cxnChg>
      </pc:sldChg>
      <pc:sldChg chg="delSp modSp add mod ord">
        <pc:chgData name="Ines Belhoussine" userId="8779269a92f3eda0" providerId="LiveId" clId="{EDAE93F2-2B1F-4FE5-BBF4-E2EB8FC2390D}" dt="2026-09-18T18:35:57.291" v="1584" actId="122"/>
        <pc:sldMkLst>
          <pc:docMk/>
          <pc:sldMk cId="3343093993" sldId="274"/>
        </pc:sldMkLst>
        <pc:spChg chg="mod">
          <ac:chgData name="Ines Belhoussine" userId="8779269a92f3eda0" providerId="LiveId" clId="{EDAE93F2-2B1F-4FE5-BBF4-E2EB8FC2390D}" dt="2026-09-18T18:32:14.141" v="1207" actId="20577"/>
          <ac:spMkLst>
            <pc:docMk/>
            <pc:sldMk cId="3343093993" sldId="274"/>
            <ac:spMk id="2" creationId="{736806FA-C229-37CB-4529-447BAA3956FD}"/>
          </ac:spMkLst>
        </pc:spChg>
        <pc:spChg chg="del">
          <ac:chgData name="Ines Belhoussine" userId="8779269a92f3eda0" providerId="LiveId" clId="{EDAE93F2-2B1F-4FE5-BBF4-E2EB8FC2390D}" dt="2026-09-18T18:32:26.563" v="1210" actId="478"/>
          <ac:spMkLst>
            <pc:docMk/>
            <pc:sldMk cId="3343093993" sldId="274"/>
            <ac:spMk id="4" creationId="{E5CC81B8-0947-29A9-465C-72198E8F3E0C}"/>
          </ac:spMkLst>
        </pc:spChg>
        <pc:spChg chg="del">
          <ac:chgData name="Ines Belhoussine" userId="8779269a92f3eda0" providerId="LiveId" clId="{EDAE93F2-2B1F-4FE5-BBF4-E2EB8FC2390D}" dt="2026-09-18T18:32:20.478" v="1208" actId="478"/>
          <ac:spMkLst>
            <pc:docMk/>
            <pc:sldMk cId="3343093993" sldId="274"/>
            <ac:spMk id="5" creationId="{004B2BF9-D4F9-CDFD-E1BB-D90F156D0DA9}"/>
          </ac:spMkLst>
        </pc:spChg>
        <pc:spChg chg="del">
          <ac:chgData name="Ines Belhoussine" userId="8779269a92f3eda0" providerId="LiveId" clId="{EDAE93F2-2B1F-4FE5-BBF4-E2EB8FC2390D}" dt="2026-09-18T18:32:26.563" v="1210" actId="478"/>
          <ac:spMkLst>
            <pc:docMk/>
            <pc:sldMk cId="3343093993" sldId="274"/>
            <ac:spMk id="6" creationId="{F5FABB34-833F-5B97-F874-E96F16E0A2C0}"/>
          </ac:spMkLst>
        </pc:spChg>
        <pc:spChg chg="del">
          <ac:chgData name="Ines Belhoussine" userId="8779269a92f3eda0" providerId="LiveId" clId="{EDAE93F2-2B1F-4FE5-BBF4-E2EB8FC2390D}" dt="2026-09-18T18:32:20.478" v="1208" actId="478"/>
          <ac:spMkLst>
            <pc:docMk/>
            <pc:sldMk cId="3343093993" sldId="274"/>
            <ac:spMk id="7" creationId="{21A36731-0E88-F8E1-6AD2-C34BBB39C05E}"/>
          </ac:spMkLst>
        </pc:spChg>
        <pc:spChg chg="del">
          <ac:chgData name="Ines Belhoussine" userId="8779269a92f3eda0" providerId="LiveId" clId="{EDAE93F2-2B1F-4FE5-BBF4-E2EB8FC2390D}" dt="2026-09-18T18:32:20.478" v="1208" actId="478"/>
          <ac:spMkLst>
            <pc:docMk/>
            <pc:sldMk cId="3343093993" sldId="274"/>
            <ac:spMk id="8" creationId="{27C9075D-6776-2A81-E458-7266DC0E59CE}"/>
          </ac:spMkLst>
        </pc:spChg>
        <pc:spChg chg="del">
          <ac:chgData name="Ines Belhoussine" userId="8779269a92f3eda0" providerId="LiveId" clId="{EDAE93F2-2B1F-4FE5-BBF4-E2EB8FC2390D}" dt="2026-09-18T18:32:20.478" v="1208" actId="478"/>
          <ac:spMkLst>
            <pc:docMk/>
            <pc:sldMk cId="3343093993" sldId="274"/>
            <ac:spMk id="9" creationId="{5A13167C-583C-2A25-65BC-F13892054C1C}"/>
          </ac:spMkLst>
        </pc:spChg>
        <pc:spChg chg="del">
          <ac:chgData name="Ines Belhoussine" userId="8779269a92f3eda0" providerId="LiveId" clId="{EDAE93F2-2B1F-4FE5-BBF4-E2EB8FC2390D}" dt="2026-09-18T18:32:20.478" v="1208" actId="478"/>
          <ac:spMkLst>
            <pc:docMk/>
            <pc:sldMk cId="3343093993" sldId="274"/>
            <ac:spMk id="10" creationId="{5867DE54-627C-83D9-F76F-E683E156FBCD}"/>
          </ac:spMkLst>
        </pc:spChg>
        <pc:spChg chg="del">
          <ac:chgData name="Ines Belhoussine" userId="8779269a92f3eda0" providerId="LiveId" clId="{EDAE93F2-2B1F-4FE5-BBF4-E2EB8FC2390D}" dt="2026-09-18T18:32:20.478" v="1208" actId="478"/>
          <ac:spMkLst>
            <pc:docMk/>
            <pc:sldMk cId="3343093993" sldId="274"/>
            <ac:spMk id="11" creationId="{9CEE7D7B-44C6-6E11-AAFD-6E41F77E5269}"/>
          </ac:spMkLst>
        </pc:spChg>
        <pc:spChg chg="del">
          <ac:chgData name="Ines Belhoussine" userId="8779269a92f3eda0" providerId="LiveId" clId="{EDAE93F2-2B1F-4FE5-BBF4-E2EB8FC2390D}" dt="2026-09-18T18:32:20.478" v="1208" actId="478"/>
          <ac:spMkLst>
            <pc:docMk/>
            <pc:sldMk cId="3343093993" sldId="274"/>
            <ac:spMk id="12" creationId="{90D145BC-9F40-B84C-6B3E-757917DBBD3C}"/>
          </ac:spMkLst>
        </pc:spChg>
        <pc:spChg chg="mod">
          <ac:chgData name="Ines Belhoussine" userId="8779269a92f3eda0" providerId="LiveId" clId="{EDAE93F2-2B1F-4FE5-BBF4-E2EB8FC2390D}" dt="2026-09-18T18:35:57.291" v="1584" actId="122"/>
          <ac:spMkLst>
            <pc:docMk/>
            <pc:sldMk cId="3343093993" sldId="274"/>
            <ac:spMk id="15" creationId="{E64A058B-8F27-4464-B107-456EEF58B8CD}"/>
          </ac:spMkLst>
        </pc:spChg>
      </pc:sldChg>
      <pc:sldChg chg="modSp add mod">
        <pc:chgData name="Ines Belhoussine" userId="8779269a92f3eda0" providerId="LiveId" clId="{EDAE93F2-2B1F-4FE5-BBF4-E2EB8FC2390D}" dt="2026-09-18T20:42:47.609" v="4479" actId="20577"/>
        <pc:sldMkLst>
          <pc:docMk/>
          <pc:sldMk cId="4170718570" sldId="275"/>
        </pc:sldMkLst>
        <pc:spChg chg="mod">
          <ac:chgData name="Ines Belhoussine" userId="8779269a92f3eda0" providerId="LiveId" clId="{EDAE93F2-2B1F-4FE5-BBF4-E2EB8FC2390D}" dt="2026-09-18T18:36:19.981" v="1632" actId="20577"/>
          <ac:spMkLst>
            <pc:docMk/>
            <pc:sldMk cId="4170718570" sldId="275"/>
            <ac:spMk id="2" creationId="{4E429447-07D0-0826-67D4-AC3187195B94}"/>
          </ac:spMkLst>
        </pc:spChg>
        <pc:spChg chg="mod">
          <ac:chgData name="Ines Belhoussine" userId="8779269a92f3eda0" providerId="LiveId" clId="{EDAE93F2-2B1F-4FE5-BBF4-E2EB8FC2390D}" dt="2026-09-18T20:42:47.609" v="4479" actId="20577"/>
          <ac:spMkLst>
            <pc:docMk/>
            <pc:sldMk cId="4170718570" sldId="275"/>
            <ac:spMk id="15" creationId="{1F1C5D86-7B67-795E-7E2E-0D562E2AACD3}"/>
          </ac:spMkLst>
        </pc:spChg>
      </pc:sldChg>
      <pc:sldChg chg="modSp add mod">
        <pc:chgData name="Ines Belhoussine" userId="8779269a92f3eda0" providerId="LiveId" clId="{EDAE93F2-2B1F-4FE5-BBF4-E2EB8FC2390D}" dt="2026-09-18T18:50:04.365" v="2338" actId="113"/>
        <pc:sldMkLst>
          <pc:docMk/>
          <pc:sldMk cId="3440829860" sldId="276"/>
        </pc:sldMkLst>
        <pc:spChg chg="mod">
          <ac:chgData name="Ines Belhoussine" userId="8779269a92f3eda0" providerId="LiveId" clId="{EDAE93F2-2B1F-4FE5-BBF4-E2EB8FC2390D}" dt="2026-09-18T18:48:17.564" v="2013" actId="20577"/>
          <ac:spMkLst>
            <pc:docMk/>
            <pc:sldMk cId="3440829860" sldId="276"/>
            <ac:spMk id="2" creationId="{84CBA56D-9CB2-632F-521D-B57E786D201A}"/>
          </ac:spMkLst>
        </pc:spChg>
        <pc:spChg chg="mod">
          <ac:chgData name="Ines Belhoussine" userId="8779269a92f3eda0" providerId="LiveId" clId="{EDAE93F2-2B1F-4FE5-BBF4-E2EB8FC2390D}" dt="2026-09-18T18:50:04.365" v="2338" actId="113"/>
          <ac:spMkLst>
            <pc:docMk/>
            <pc:sldMk cId="3440829860" sldId="276"/>
            <ac:spMk id="15" creationId="{EA34AEE4-AEEA-5EB5-C286-59BEB886B923}"/>
          </ac:spMkLst>
        </pc:spChg>
      </pc:sldChg>
      <pc:sldChg chg="addSp modSp add mod">
        <pc:chgData name="Ines Belhoussine" userId="8779269a92f3eda0" providerId="LiveId" clId="{EDAE93F2-2B1F-4FE5-BBF4-E2EB8FC2390D}" dt="2026-09-18T19:16:15.077" v="4343" actId="20577"/>
        <pc:sldMkLst>
          <pc:docMk/>
          <pc:sldMk cId="2103234403" sldId="277"/>
        </pc:sldMkLst>
        <pc:spChg chg="mod">
          <ac:chgData name="Ines Belhoussine" userId="8779269a92f3eda0" providerId="LiveId" clId="{EDAE93F2-2B1F-4FE5-BBF4-E2EB8FC2390D}" dt="2026-09-18T18:50:22.581" v="2361" actId="20577"/>
          <ac:spMkLst>
            <pc:docMk/>
            <pc:sldMk cId="2103234403" sldId="277"/>
            <ac:spMk id="2" creationId="{013C7EC3-5FD4-57FE-DF15-215B65F69CC0}"/>
          </ac:spMkLst>
        </pc:spChg>
        <pc:spChg chg="mod">
          <ac:chgData name="Ines Belhoussine" userId="8779269a92f3eda0" providerId="LiveId" clId="{EDAE93F2-2B1F-4FE5-BBF4-E2EB8FC2390D}" dt="2026-09-18T19:16:15.077" v="4343" actId="20577"/>
          <ac:spMkLst>
            <pc:docMk/>
            <pc:sldMk cId="2103234403" sldId="277"/>
            <ac:spMk id="15" creationId="{FC0C1F1F-9D9E-8D01-2137-E1699B188F51}"/>
          </ac:spMkLst>
        </pc:spChg>
        <pc:picChg chg="add mod">
          <ac:chgData name="Ines Belhoussine" userId="8779269a92f3eda0" providerId="LiveId" clId="{EDAE93F2-2B1F-4FE5-BBF4-E2EB8FC2390D}" dt="2026-09-18T18:51:19.911" v="2430" actId="1076"/>
          <ac:picMkLst>
            <pc:docMk/>
            <pc:sldMk cId="2103234403" sldId="277"/>
            <ac:picMk id="5" creationId="{DC0E732F-36BB-69F1-8E98-C6FFD26ED187}"/>
          </ac:picMkLst>
        </pc:picChg>
      </pc:sldChg>
      <pc:sldChg chg="modSp add mod ord">
        <pc:chgData name="Ines Belhoussine" userId="8779269a92f3eda0" providerId="LiveId" clId="{EDAE93F2-2B1F-4FE5-BBF4-E2EB8FC2390D}" dt="2026-09-18T18:52:49.207" v="2615" actId="20577"/>
        <pc:sldMkLst>
          <pc:docMk/>
          <pc:sldMk cId="533218873" sldId="278"/>
        </pc:sldMkLst>
        <pc:spChg chg="mod">
          <ac:chgData name="Ines Belhoussine" userId="8779269a92f3eda0" providerId="LiveId" clId="{EDAE93F2-2B1F-4FE5-BBF4-E2EB8FC2390D}" dt="2026-09-18T18:51:53.073" v="2479" actId="20577"/>
          <ac:spMkLst>
            <pc:docMk/>
            <pc:sldMk cId="533218873" sldId="278"/>
            <ac:spMk id="2" creationId="{58B54287-FDC4-E4BE-605F-4F1E367D5E51}"/>
          </ac:spMkLst>
        </pc:spChg>
        <pc:spChg chg="mod">
          <ac:chgData name="Ines Belhoussine" userId="8779269a92f3eda0" providerId="LiveId" clId="{EDAE93F2-2B1F-4FE5-BBF4-E2EB8FC2390D}" dt="2026-09-18T18:52:49.207" v="2615" actId="20577"/>
          <ac:spMkLst>
            <pc:docMk/>
            <pc:sldMk cId="533218873" sldId="278"/>
            <ac:spMk id="15" creationId="{90B6D5C6-6112-5020-7CA3-5ACC06C4A339}"/>
          </ac:spMkLst>
        </pc:spChg>
      </pc:sldChg>
      <pc:sldChg chg="addSp modSp add mod">
        <pc:chgData name="Ines Belhoussine" userId="8779269a92f3eda0" providerId="LiveId" clId="{EDAE93F2-2B1F-4FE5-BBF4-E2EB8FC2390D}" dt="2026-09-18T18:55:35.490" v="2698" actId="1076"/>
        <pc:sldMkLst>
          <pc:docMk/>
          <pc:sldMk cId="2961118619" sldId="279"/>
        </pc:sldMkLst>
        <pc:spChg chg="mod">
          <ac:chgData name="Ines Belhoussine" userId="8779269a92f3eda0" providerId="LiveId" clId="{EDAE93F2-2B1F-4FE5-BBF4-E2EB8FC2390D}" dt="2026-09-18T18:53:30.934" v="2634" actId="20577"/>
          <ac:spMkLst>
            <pc:docMk/>
            <pc:sldMk cId="2961118619" sldId="279"/>
            <ac:spMk id="2" creationId="{538D9B50-B9B6-A1BA-A8E7-5A2F9C340C8A}"/>
          </ac:spMkLst>
        </pc:spChg>
        <pc:spChg chg="mod">
          <ac:chgData name="Ines Belhoussine" userId="8779269a92f3eda0" providerId="LiveId" clId="{EDAE93F2-2B1F-4FE5-BBF4-E2EB8FC2390D}" dt="2026-09-18T18:55:35.490" v="2698" actId="1076"/>
          <ac:spMkLst>
            <pc:docMk/>
            <pc:sldMk cId="2961118619" sldId="279"/>
            <ac:spMk id="15" creationId="{02D93435-77A7-247B-1527-5CCF3140D51A}"/>
          </ac:spMkLst>
        </pc:spChg>
        <pc:picChg chg="add mod">
          <ac:chgData name="Ines Belhoussine" userId="8779269a92f3eda0" providerId="LiveId" clId="{EDAE93F2-2B1F-4FE5-BBF4-E2EB8FC2390D}" dt="2026-09-18T18:54:44.967" v="2694" actId="1076"/>
          <ac:picMkLst>
            <pc:docMk/>
            <pc:sldMk cId="2961118619" sldId="279"/>
            <ac:picMk id="5" creationId="{1FF74920-5AA2-F290-6108-7FCA35DAF8D3}"/>
          </ac:picMkLst>
        </pc:picChg>
        <pc:picChg chg="add mod">
          <ac:chgData name="Ines Belhoussine" userId="8779269a92f3eda0" providerId="LiveId" clId="{EDAE93F2-2B1F-4FE5-BBF4-E2EB8FC2390D}" dt="2026-09-18T18:55:27.137" v="2697" actId="1076"/>
          <ac:picMkLst>
            <pc:docMk/>
            <pc:sldMk cId="2961118619" sldId="279"/>
            <ac:picMk id="7" creationId="{DC53CD5C-5805-9008-9191-CA71481A2CDF}"/>
          </ac:picMkLst>
        </pc:picChg>
      </pc:sldChg>
      <pc:sldChg chg="addSp delSp modSp add mod">
        <pc:chgData name="Ines Belhoussine" userId="8779269a92f3eda0" providerId="LiveId" clId="{EDAE93F2-2B1F-4FE5-BBF4-E2EB8FC2390D}" dt="2026-09-18T19:17:41.833" v="4369" actId="20577"/>
        <pc:sldMkLst>
          <pc:docMk/>
          <pc:sldMk cId="1031163813" sldId="280"/>
        </pc:sldMkLst>
        <pc:spChg chg="mod">
          <ac:chgData name="Ines Belhoussine" userId="8779269a92f3eda0" providerId="LiveId" clId="{EDAE93F2-2B1F-4FE5-BBF4-E2EB8FC2390D}" dt="2026-09-18T18:57:45.643" v="2821" actId="20577"/>
          <ac:spMkLst>
            <pc:docMk/>
            <pc:sldMk cId="1031163813" sldId="280"/>
            <ac:spMk id="2" creationId="{24A5A36E-A5E2-74AF-169A-603DBF7E8D95}"/>
          </ac:spMkLst>
        </pc:spChg>
        <pc:spChg chg="add del mod">
          <ac:chgData name="Ines Belhoussine" userId="8779269a92f3eda0" providerId="LiveId" clId="{EDAE93F2-2B1F-4FE5-BBF4-E2EB8FC2390D}" dt="2026-09-18T19:17:41.833" v="4369" actId="20577"/>
          <ac:spMkLst>
            <pc:docMk/>
            <pc:sldMk cId="1031163813" sldId="280"/>
            <ac:spMk id="15" creationId="{56CECFD0-4D4A-A50A-D1A5-E225FAF9CD79}"/>
          </ac:spMkLst>
        </pc:spChg>
        <pc:picChg chg="del">
          <ac:chgData name="Ines Belhoussine" userId="8779269a92f3eda0" providerId="LiveId" clId="{EDAE93F2-2B1F-4FE5-BBF4-E2EB8FC2390D}" dt="2026-09-18T18:55:58.987" v="2713" actId="478"/>
          <ac:picMkLst>
            <pc:docMk/>
            <pc:sldMk cId="1031163813" sldId="280"/>
            <ac:picMk id="5" creationId="{50821518-9B6C-0D5C-D895-C848D29980E8}"/>
          </ac:picMkLst>
        </pc:picChg>
        <pc:picChg chg="add del mod">
          <ac:chgData name="Ines Belhoussine" userId="8779269a92f3eda0" providerId="LiveId" clId="{EDAE93F2-2B1F-4FE5-BBF4-E2EB8FC2390D}" dt="2026-09-18T18:57:37.036" v="2783" actId="478"/>
          <ac:picMkLst>
            <pc:docMk/>
            <pc:sldMk cId="1031163813" sldId="280"/>
            <ac:picMk id="6" creationId="{B78C7192-3718-D13A-41A5-C23F09435688}"/>
          </ac:picMkLst>
        </pc:picChg>
        <pc:picChg chg="del">
          <ac:chgData name="Ines Belhoussine" userId="8779269a92f3eda0" providerId="LiveId" clId="{EDAE93F2-2B1F-4FE5-BBF4-E2EB8FC2390D}" dt="2026-09-18T18:55:58.058" v="2712" actId="478"/>
          <ac:picMkLst>
            <pc:docMk/>
            <pc:sldMk cId="1031163813" sldId="280"/>
            <ac:picMk id="7" creationId="{AAEB33C9-5740-A745-7075-17DEFD680487}"/>
          </ac:picMkLst>
        </pc:picChg>
        <pc:picChg chg="add del mod">
          <ac:chgData name="Ines Belhoussine" userId="8779269a92f3eda0" providerId="LiveId" clId="{EDAE93F2-2B1F-4FE5-BBF4-E2EB8FC2390D}" dt="2026-09-18T18:57:51.950" v="2826" actId="478"/>
          <ac:picMkLst>
            <pc:docMk/>
            <pc:sldMk cId="1031163813" sldId="280"/>
            <ac:picMk id="9" creationId="{5710AB99-3FEE-62A4-CE4B-A7DFC2144F72}"/>
          </ac:picMkLst>
        </pc:picChg>
        <pc:picChg chg="add mod">
          <ac:chgData name="Ines Belhoussine" userId="8779269a92f3eda0" providerId="LiveId" clId="{EDAE93F2-2B1F-4FE5-BBF4-E2EB8FC2390D}" dt="2026-09-18T18:59:05.175" v="2923" actId="1076"/>
          <ac:picMkLst>
            <pc:docMk/>
            <pc:sldMk cId="1031163813" sldId="280"/>
            <ac:picMk id="11" creationId="{CD7172C3-1BA7-3D5F-9CCC-78FD5DA30765}"/>
          </ac:picMkLst>
        </pc:picChg>
      </pc:sldChg>
      <pc:sldChg chg="modSp add mod ord">
        <pc:chgData name="Ines Belhoussine" userId="8779269a92f3eda0" providerId="LiveId" clId="{EDAE93F2-2B1F-4FE5-BBF4-E2EB8FC2390D}" dt="2026-09-18T19:16:55.376" v="4366" actId="20577"/>
        <pc:sldMkLst>
          <pc:docMk/>
          <pc:sldMk cId="3354658651" sldId="281"/>
        </pc:sldMkLst>
        <pc:spChg chg="mod">
          <ac:chgData name="Ines Belhoussine" userId="8779269a92f3eda0" providerId="LiveId" clId="{EDAE93F2-2B1F-4FE5-BBF4-E2EB8FC2390D}" dt="2026-09-18T19:16:55.376" v="4366" actId="20577"/>
          <ac:spMkLst>
            <pc:docMk/>
            <pc:sldMk cId="3354658651" sldId="281"/>
            <ac:spMk id="15" creationId="{CF3B7B88-2E71-7A76-99EF-02FD202B66AB}"/>
          </ac:spMkLst>
        </pc:spChg>
      </pc:sldChg>
      <pc:sldChg chg="addSp delSp modSp add mod ord">
        <pc:chgData name="Ines Belhoussine" userId="8779269a92f3eda0" providerId="LiveId" clId="{EDAE93F2-2B1F-4FE5-BBF4-E2EB8FC2390D}" dt="2026-09-18T20:42:30.739" v="4478" actId="20577"/>
        <pc:sldMkLst>
          <pc:docMk/>
          <pc:sldMk cId="3416303038" sldId="282"/>
        </pc:sldMkLst>
        <pc:spChg chg="mod">
          <ac:chgData name="Ines Belhoussine" userId="8779269a92f3eda0" providerId="LiveId" clId="{EDAE93F2-2B1F-4FE5-BBF4-E2EB8FC2390D}" dt="2026-09-18T18:59:18.605" v="2962" actId="20577"/>
          <ac:spMkLst>
            <pc:docMk/>
            <pc:sldMk cId="3416303038" sldId="282"/>
            <ac:spMk id="2" creationId="{90400BDA-5905-ED47-071D-AF99248648A7}"/>
          </ac:spMkLst>
        </pc:spChg>
        <pc:spChg chg="mod">
          <ac:chgData name="Ines Belhoussine" userId="8779269a92f3eda0" providerId="LiveId" clId="{EDAE93F2-2B1F-4FE5-BBF4-E2EB8FC2390D}" dt="2026-09-18T20:42:30.739" v="4478" actId="20577"/>
          <ac:spMkLst>
            <pc:docMk/>
            <pc:sldMk cId="3416303038" sldId="282"/>
            <ac:spMk id="15" creationId="{1E9077C3-891C-F9C2-F225-571E5F265AFB}"/>
          </ac:spMkLst>
        </pc:spChg>
        <pc:picChg chg="add mod">
          <ac:chgData name="Ines Belhoussine" userId="8779269a92f3eda0" providerId="LiveId" clId="{EDAE93F2-2B1F-4FE5-BBF4-E2EB8FC2390D}" dt="2026-09-18T19:00:52.937" v="3058" actId="1076"/>
          <ac:picMkLst>
            <pc:docMk/>
            <pc:sldMk cId="3416303038" sldId="282"/>
            <ac:picMk id="5" creationId="{9AAD336A-0450-D01E-F83B-81962A53ED13}"/>
          </ac:picMkLst>
        </pc:picChg>
        <pc:picChg chg="del">
          <ac:chgData name="Ines Belhoussine" userId="8779269a92f3eda0" providerId="LiveId" clId="{EDAE93F2-2B1F-4FE5-BBF4-E2EB8FC2390D}" dt="2026-09-18T18:59:33.887" v="3007" actId="478"/>
          <ac:picMkLst>
            <pc:docMk/>
            <pc:sldMk cId="3416303038" sldId="282"/>
            <ac:picMk id="11" creationId="{C2D3D7EB-5FC2-B7DB-A131-0A80B87FB0F3}"/>
          </ac:picMkLst>
        </pc:picChg>
        <pc:cxnChg chg="add mod">
          <ac:chgData name="Ines Belhoussine" userId="8779269a92f3eda0" providerId="LiveId" clId="{EDAE93F2-2B1F-4FE5-BBF4-E2EB8FC2390D}" dt="2026-09-18T20:41:56.037" v="4446" actId="1076"/>
          <ac:cxnSpMkLst>
            <pc:docMk/>
            <pc:sldMk cId="3416303038" sldId="282"/>
            <ac:cxnSpMk id="4" creationId="{1DD599AB-9044-8B8D-1667-277641B52C33}"/>
          </ac:cxnSpMkLst>
        </pc:cxnChg>
        <pc:cxnChg chg="add mod">
          <ac:chgData name="Ines Belhoussine" userId="8779269a92f3eda0" providerId="LiveId" clId="{EDAE93F2-2B1F-4FE5-BBF4-E2EB8FC2390D}" dt="2026-09-18T20:33:57.650" v="4394" actId="1076"/>
          <ac:cxnSpMkLst>
            <pc:docMk/>
            <pc:sldMk cId="3416303038" sldId="282"/>
            <ac:cxnSpMk id="6" creationId="{91E4FC61-0A35-B8A0-6253-F42A3A4889BF}"/>
          </ac:cxnSpMkLst>
        </pc:cxnChg>
      </pc:sldChg>
      <pc:sldChg chg="delSp modSp add mod">
        <pc:chgData name="Ines Belhoussine" userId="8779269a92f3eda0" providerId="LiveId" clId="{EDAE93F2-2B1F-4FE5-BBF4-E2EB8FC2390D}" dt="2026-09-18T19:19:03.912" v="4384" actId="20577"/>
        <pc:sldMkLst>
          <pc:docMk/>
          <pc:sldMk cId="770356743" sldId="283"/>
        </pc:sldMkLst>
        <pc:spChg chg="mod">
          <ac:chgData name="Ines Belhoussine" userId="8779269a92f3eda0" providerId="LiveId" clId="{EDAE93F2-2B1F-4FE5-BBF4-E2EB8FC2390D}" dt="2026-09-18T19:01:23.079" v="3099" actId="20577"/>
          <ac:spMkLst>
            <pc:docMk/>
            <pc:sldMk cId="770356743" sldId="283"/>
            <ac:spMk id="2" creationId="{2C68AF2C-FB11-EE02-2772-90ABE333CD93}"/>
          </ac:spMkLst>
        </pc:spChg>
        <pc:spChg chg="mod">
          <ac:chgData name="Ines Belhoussine" userId="8779269a92f3eda0" providerId="LiveId" clId="{EDAE93F2-2B1F-4FE5-BBF4-E2EB8FC2390D}" dt="2026-09-18T19:19:03.912" v="4384" actId="20577"/>
          <ac:spMkLst>
            <pc:docMk/>
            <pc:sldMk cId="770356743" sldId="283"/>
            <ac:spMk id="15" creationId="{D0AD37F6-639C-FE21-B42D-23A4C6E9160A}"/>
          </ac:spMkLst>
        </pc:spChg>
        <pc:picChg chg="del">
          <ac:chgData name="Ines Belhoussine" userId="8779269a92f3eda0" providerId="LiveId" clId="{EDAE93F2-2B1F-4FE5-BBF4-E2EB8FC2390D}" dt="2026-09-18T19:01:40.895" v="3100" actId="478"/>
          <ac:picMkLst>
            <pc:docMk/>
            <pc:sldMk cId="770356743" sldId="283"/>
            <ac:picMk id="5" creationId="{856B091E-1133-BCDB-083E-321935285E41}"/>
          </ac:picMkLst>
        </pc:picChg>
      </pc:sldChg>
      <pc:sldChg chg="addSp modSp add mod">
        <pc:chgData name="Ines Belhoussine" userId="8779269a92f3eda0" providerId="LiveId" clId="{EDAE93F2-2B1F-4FE5-BBF4-E2EB8FC2390D}" dt="2026-09-18T19:04:08.981" v="3418" actId="1076"/>
        <pc:sldMkLst>
          <pc:docMk/>
          <pc:sldMk cId="1845811044" sldId="284"/>
        </pc:sldMkLst>
        <pc:spChg chg="mod">
          <ac:chgData name="Ines Belhoussine" userId="8779269a92f3eda0" providerId="LiveId" clId="{EDAE93F2-2B1F-4FE5-BBF4-E2EB8FC2390D}" dt="2026-09-18T19:03:30.829" v="3377" actId="20577"/>
          <ac:spMkLst>
            <pc:docMk/>
            <pc:sldMk cId="1845811044" sldId="284"/>
            <ac:spMk id="2" creationId="{16DDD4F0-433F-2B35-C518-C5A808FF9127}"/>
          </ac:spMkLst>
        </pc:spChg>
        <pc:spChg chg="mod">
          <ac:chgData name="Ines Belhoussine" userId="8779269a92f3eda0" providerId="LiveId" clId="{EDAE93F2-2B1F-4FE5-BBF4-E2EB8FC2390D}" dt="2026-09-18T19:03:43.189" v="3416" actId="20577"/>
          <ac:spMkLst>
            <pc:docMk/>
            <pc:sldMk cId="1845811044" sldId="284"/>
            <ac:spMk id="15" creationId="{6D5354CD-C8FD-2782-4CEB-7EB38F02BD12}"/>
          </ac:spMkLst>
        </pc:spChg>
        <pc:picChg chg="add mod">
          <ac:chgData name="Ines Belhoussine" userId="8779269a92f3eda0" providerId="LiveId" clId="{EDAE93F2-2B1F-4FE5-BBF4-E2EB8FC2390D}" dt="2026-09-18T19:04:08.981" v="3418" actId="1076"/>
          <ac:picMkLst>
            <pc:docMk/>
            <pc:sldMk cId="1845811044" sldId="284"/>
            <ac:picMk id="5" creationId="{70A110AC-C4F8-71E1-F3BD-D9AB3B0287EB}"/>
          </ac:picMkLst>
        </pc:picChg>
      </pc:sldChg>
      <pc:sldChg chg="delSp modSp add mod ord">
        <pc:chgData name="Ines Belhoussine" userId="8779269a92f3eda0" providerId="LiveId" clId="{EDAE93F2-2B1F-4FE5-BBF4-E2EB8FC2390D}" dt="2026-09-18T19:08:06.482" v="3945" actId="20577"/>
        <pc:sldMkLst>
          <pc:docMk/>
          <pc:sldMk cId="967234466" sldId="285"/>
        </pc:sldMkLst>
        <pc:spChg chg="mod">
          <ac:chgData name="Ines Belhoussine" userId="8779269a92f3eda0" providerId="LiveId" clId="{EDAE93F2-2B1F-4FE5-BBF4-E2EB8FC2390D}" dt="2026-09-18T19:06:20.319" v="3601" actId="20577"/>
          <ac:spMkLst>
            <pc:docMk/>
            <pc:sldMk cId="967234466" sldId="285"/>
            <ac:spMk id="2" creationId="{BC9B01A9-C80F-086F-D97E-7F8E25826C11}"/>
          </ac:spMkLst>
        </pc:spChg>
        <pc:spChg chg="mod">
          <ac:chgData name="Ines Belhoussine" userId="8779269a92f3eda0" providerId="LiveId" clId="{EDAE93F2-2B1F-4FE5-BBF4-E2EB8FC2390D}" dt="2026-09-18T19:08:06.482" v="3945" actId="20577"/>
          <ac:spMkLst>
            <pc:docMk/>
            <pc:sldMk cId="967234466" sldId="285"/>
            <ac:spMk id="15" creationId="{24E26959-C446-7A1C-9245-E571F64B8770}"/>
          </ac:spMkLst>
        </pc:spChg>
        <pc:picChg chg="del">
          <ac:chgData name="Ines Belhoussine" userId="8779269a92f3eda0" providerId="LiveId" clId="{EDAE93F2-2B1F-4FE5-BBF4-E2EB8FC2390D}" dt="2026-09-18T19:06:22.493" v="3602" actId="478"/>
          <ac:picMkLst>
            <pc:docMk/>
            <pc:sldMk cId="967234466" sldId="285"/>
            <ac:picMk id="5" creationId="{932E09E4-2191-2A66-C435-CDB4291C8199}"/>
          </ac:picMkLst>
        </pc:picChg>
      </pc:sldChg>
      <pc:sldChg chg="modSp add mod">
        <pc:chgData name="Ines Belhoussine" userId="8779269a92f3eda0" providerId="LiveId" clId="{EDAE93F2-2B1F-4FE5-BBF4-E2EB8FC2390D}" dt="2026-09-18T19:08:53.585" v="4063" actId="113"/>
        <pc:sldMkLst>
          <pc:docMk/>
          <pc:sldMk cId="1781122769" sldId="286"/>
        </pc:sldMkLst>
        <pc:spChg chg="mod">
          <ac:chgData name="Ines Belhoussine" userId="8779269a92f3eda0" providerId="LiveId" clId="{EDAE93F2-2B1F-4FE5-BBF4-E2EB8FC2390D}" dt="2026-09-18T19:08:29.741" v="4000" actId="27636"/>
          <ac:spMkLst>
            <pc:docMk/>
            <pc:sldMk cId="1781122769" sldId="286"/>
            <ac:spMk id="2" creationId="{5FFA58BF-00A4-3988-DE6E-749FC3809569}"/>
          </ac:spMkLst>
        </pc:spChg>
        <pc:spChg chg="mod">
          <ac:chgData name="Ines Belhoussine" userId="8779269a92f3eda0" providerId="LiveId" clId="{EDAE93F2-2B1F-4FE5-BBF4-E2EB8FC2390D}" dt="2026-09-18T19:08:53.585" v="4063" actId="113"/>
          <ac:spMkLst>
            <pc:docMk/>
            <pc:sldMk cId="1781122769" sldId="286"/>
            <ac:spMk id="15" creationId="{5EEB2B15-67B6-E0B0-3093-E0AA4E4A81AF}"/>
          </ac:spMkLst>
        </pc:spChg>
      </pc:sldChg>
      <pc:sldChg chg="add del">
        <pc:chgData name="Ines Belhoussine" userId="8779269a92f3eda0" providerId="LiveId" clId="{EDAE93F2-2B1F-4FE5-BBF4-E2EB8FC2390D}" dt="2026-09-18T19:09:12.795" v="4067" actId="2696"/>
        <pc:sldMkLst>
          <pc:docMk/>
          <pc:sldMk cId="3732473949" sldId="2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2992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C6DD5-7922-6820-F38F-0CB2FC618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4F9C81-9A34-5FD1-C5A7-A7B6354E0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B23071-6A46-98CF-148E-ADB0E0DBE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8B5E3-6F6F-069E-2F2C-F32DEEDD134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67086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32169-F00B-5B22-EFCF-D266C78E5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BDEFAE-6CCB-E008-41A7-218AD27C69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D69488-7A97-897F-6CBD-5B41F832A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5DA58-E9BA-95E1-68CF-4AEFDF2A5ED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51639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F1CF2-3CC9-E695-65E0-AA8934BBC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2C5DFF-D084-FB92-2BDC-6F6DEC599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3C93E6-1FD6-542A-FF1C-EE67B6A81B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1A586-130F-1F5A-6097-9D139501F6C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61266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73D53-C9AB-9FF6-310B-6EB4CF758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BE19E3-C71A-6E06-CC93-1F7FAF6FB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5B0152-F250-4924-4E90-A11D4D3A1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01F7A-A1B2-70D0-C6C7-BE194D60A9F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72302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6CEA6-1188-52D2-2F08-59069D986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C8897A-D242-0F4A-53F8-8812CF3CA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32BCB0-1604-7AE2-A12F-DAC9D9FCF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34F41-6B1E-02ED-EFCB-E3E9842D4AE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875071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E262-1157-1968-375E-C59E2072C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02A87-11A2-07A2-C1DF-AA39324DBB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2A1EE9-8B69-22DD-38A6-ACF98ADE78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41E6C-00FE-2A92-74EF-16CD73884CE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25293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F9183-ECD9-5196-4CA1-BD4B18F3A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B951AE-6F1C-B074-5A3D-C10BD09A25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D66F51-FB33-BDED-B7AB-CD369AA02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9D25B-9E71-3B29-390A-3A7EF0C899F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3195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F92A1-A862-FBE9-6128-3730E142D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99B1A6-7AD5-9732-4BAD-ADEF59653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10F1BB-28D7-EDAD-0F4D-906FBC941B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75E62-1EB2-E18C-3E54-6076FC402D7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166376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5D8FA-4749-A346-0FA7-63F96CAA2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28724E-263A-582B-5C9A-DA00F27A6D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68F415-49B6-F04C-B757-5562845632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54D94E-438E-BA82-A937-4C4E2ECB496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17440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A4C98-AFE0-F8F9-6F12-D5946BB6F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B3C657-8D93-70A2-6633-2F261DE68F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53EEB0-2605-0E2F-997E-1A76CAB5A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C4100-EE28-13D7-2ED9-1230544390F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83054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E9416-15D2-49E2-9246-1DB500D92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1FD48E-27D1-F3EC-5112-F8725FA333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D400B4-C35F-6990-3D3D-963653B8C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BEBA6-6111-8BAA-2539-1786AEDCB4D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66405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86C44-FE61-C5D0-CF86-E7E11B13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917A3A-D46F-76F6-77F7-45D58E3103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F56583-8773-3073-9CFC-ECA12D65FF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958FF-042D-63FB-D28F-F57AAA0ED72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58900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EEDD1-95EE-4D34-0553-1083FC361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780AB5-8563-E645-F660-0CF61CDE58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6AC6D7-BDF0-D684-A0F1-6503F1BC0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14CC0-1C92-F622-9E6C-1F89A1E2154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96724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6F1DE-DDB3-8CE2-75FD-2B8AADDBD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53AD2D-1E70-BD06-4B6A-4A18DF805B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CB2752-8E25-150C-E5AD-8F746D42E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C6FD7-ED5A-EAFD-BD68-180231013BB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9770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026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D632D44-5EB2-4807-92FD-6D69852102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B211C">
              <a:alpha val="48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0DF9CE-45B4-4F3C-8AEA-84C5713DD5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C7A15A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84BC2F-D641-445D-A538-8101181F87C0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6858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986" lnSpcReduction="20000"/>
          </a:bodyPr>
          <a:lstStyle/>
          <a:p>
            <a:pPr algn="l">
              <a:defRPr sz="5250" b="0" i="0">
                <a:solidFill>
                  <a:srgbClr val="FFF9F0"/>
                </a:solidFill>
                <a:latin typeface="Georgia"/>
                <a:ea typeface="Georgia"/>
                <a:cs typeface="Georgia"/>
              </a:defRPr>
            </a:pPr>
            <a:r>
              <a:rPr lang="fr-FR" sz="5250" b="0" i="0" dirty="0">
                <a:solidFill>
                  <a:srgbClr val="FFF9F0"/>
                </a:solidFill>
                <a:latin typeface="Georgia"/>
                <a:ea typeface="Georgia"/>
                <a:cs typeface="Georgia"/>
              </a:rPr>
              <a:t>Développement international pour la Poule qui Chante</a:t>
            </a:r>
            <a:endParaRPr sz="5250" b="0" i="0" dirty="0">
              <a:solidFill>
                <a:srgbClr val="FFF9F0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Connecteur droit 5">
            <a:extLst>
              <a:ext uri="{FF2B5EF4-FFF2-40B4-BE49-F238E27FC236}">
                <a16:creationId xmlns:a16="http://schemas.microsoft.com/office/drawing/2014/main" id="{D27F1660-4EC7-4955-BAC9-F8D4325E15EB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1047750" cy="0"/>
          </a:xfrm>
          <a:prstGeom prst="line">
            <a:avLst/>
          </a:prstGeom>
          <a:noFill/>
          <a:ln w="38100">
            <a:solidFill>
              <a:srgbClr val="C7A1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13BB7B-A01A-4D42-8705-11F2B19451CD}"/>
              </a:ext>
            </a:extLst>
          </p:cNvPr>
          <p:cNvSpPr>
            <a:spLocks noGrp="1"/>
          </p:cNvSpPr>
          <p:nvPr/>
        </p:nvSpPr>
        <p:spPr>
          <a:xfrm>
            <a:off x="742950" y="4248150"/>
            <a:ext cx="5905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 i="0">
                <a:solidFill>
                  <a:srgbClr val="FFF9F0"/>
                </a:solidFill>
                <a:latin typeface="Aptos"/>
                <a:ea typeface="Aptos"/>
                <a:cs typeface="Aptos"/>
              </a:defRPr>
            </a:pPr>
            <a:r>
              <a:rPr lang="fr-FR" sz="1800" b="0" i="0" dirty="0">
                <a:solidFill>
                  <a:srgbClr val="FFF9F0"/>
                </a:solidFill>
                <a:latin typeface="Aptos"/>
                <a:ea typeface="Aptos"/>
                <a:cs typeface="Aptos"/>
              </a:rPr>
              <a:t>Ines Belhoussine Data </a:t>
            </a:r>
            <a:r>
              <a:rPr lang="fr-FR" sz="1800" b="0" i="0" dirty="0" err="1">
                <a:solidFill>
                  <a:srgbClr val="FFF9F0"/>
                </a:solidFill>
                <a:latin typeface="Aptos"/>
                <a:ea typeface="Aptos"/>
                <a:cs typeface="Aptos"/>
              </a:rPr>
              <a:t>analyst</a:t>
            </a:r>
            <a:endParaRPr sz="1800" b="0" i="0" dirty="0">
              <a:solidFill>
                <a:srgbClr val="FFF9F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92718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2D7B1C-FDED-46BA-B38F-60122B9DB609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78105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33" lnSpcReduction="10000"/>
          </a:bodyPr>
          <a:lstStyle/>
          <a:p>
            <a:pPr algn="l">
              <a:defRPr sz="3750" b="0" i="0">
                <a:solidFill>
                  <a:srgbClr val="6E1F32"/>
                </a:solidFill>
                <a:latin typeface="Georgia"/>
                <a:ea typeface="Georgia"/>
                <a:cs typeface="Georgia"/>
              </a:defRPr>
            </a:pPr>
            <a:r>
              <a:rPr lang="fr-FR" sz="3750" b="0" i="0" dirty="0">
                <a:solidFill>
                  <a:srgbClr val="6E1F32"/>
                </a:solidFill>
                <a:latin typeface="Georgia"/>
                <a:ea typeface="Georgia"/>
                <a:cs typeface="Georgia"/>
              </a:rPr>
              <a:t>Contexte et problématique : Comment identifier les marchés à potentiel ?</a:t>
            </a:r>
            <a:endParaRPr sz="3750" b="0" i="0" dirty="0">
              <a:solidFill>
                <a:srgbClr val="6E1F32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528785-6B15-425F-9D21-B8501135302B}"/>
              </a:ext>
            </a:extLst>
          </p:cNvPr>
          <p:cNvSpPr>
            <a:spLocks noGrp="1"/>
          </p:cNvSpPr>
          <p:nvPr/>
        </p:nvSpPr>
        <p:spPr>
          <a:xfrm>
            <a:off x="10306050" y="2076450"/>
            <a:ext cx="66675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E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X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P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O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R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2007BA-F705-4B4A-B93D-34C84CCC1FBB}"/>
              </a:ext>
            </a:extLst>
          </p:cNvPr>
          <p:cNvSpPr>
            <a:spLocks noGrp="1"/>
          </p:cNvSpPr>
          <p:nvPr/>
        </p:nvSpPr>
        <p:spPr>
          <a:xfrm>
            <a:off x="2967037" y="33718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6E1F32"/>
                </a:solidFill>
                <a:latin typeface="Aptos"/>
                <a:ea typeface="Aptos"/>
                <a:cs typeface="Aptos"/>
              </a:defRPr>
            </a:pPr>
            <a:r>
              <a:rPr lang="fr-FR" sz="1575" b="1" dirty="0">
                <a:solidFill>
                  <a:srgbClr val="6E1F32"/>
                </a:solidFill>
                <a:latin typeface="Aptos"/>
                <a:ea typeface="Aptos"/>
                <a:cs typeface="Aptos"/>
              </a:rPr>
              <a:t>MARCHE</a:t>
            </a:r>
            <a:endParaRPr sz="1575" b="1" i="0" dirty="0">
              <a:solidFill>
                <a:srgbClr val="6E1F3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7F0C99F6-9F75-47D9-9E8E-6EB87A5BEFE8}"/>
              </a:ext>
            </a:extLst>
          </p:cNvPr>
          <p:cNvSpPr>
            <a:spLocks noGrp="1"/>
          </p:cNvSpPr>
          <p:nvPr/>
        </p:nvSpPr>
        <p:spPr>
          <a:xfrm>
            <a:off x="4929187" y="3514725"/>
            <a:ext cx="685800" cy="0"/>
          </a:xfrm>
          <a:prstGeom prst="line">
            <a:avLst/>
          </a:prstGeom>
          <a:noFill/>
          <a:ln w="19050">
            <a:solidFill>
              <a:srgbClr val="DEC6B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AB11DC-C984-4425-92E6-479FD30563A6}"/>
              </a:ext>
            </a:extLst>
          </p:cNvPr>
          <p:cNvSpPr>
            <a:spLocks noGrp="1"/>
          </p:cNvSpPr>
          <p:nvPr/>
        </p:nvSpPr>
        <p:spPr>
          <a:xfrm>
            <a:off x="5900737" y="3343275"/>
            <a:ext cx="5191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2B211C"/>
                </a:solidFill>
                <a:latin typeface="Aptos"/>
                <a:ea typeface="Aptos"/>
                <a:cs typeface="Aptos"/>
              </a:defRPr>
            </a:pPr>
            <a:r>
              <a:rPr lang="fr-FR" sz="1500" b="0" i="0" dirty="0">
                <a:solidFill>
                  <a:srgbClr val="2B211C"/>
                </a:solidFill>
                <a:latin typeface="Aptos"/>
                <a:ea typeface="Aptos"/>
                <a:cs typeface="Aptos"/>
              </a:rPr>
              <a:t>Taille et Dynamique</a:t>
            </a:r>
            <a:endParaRPr sz="1500" b="0" i="0" dirty="0">
              <a:solidFill>
                <a:srgbClr val="2B211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877C99-6824-4765-B027-48367D84078F}"/>
              </a:ext>
            </a:extLst>
          </p:cNvPr>
          <p:cNvSpPr>
            <a:spLocks noGrp="1"/>
          </p:cNvSpPr>
          <p:nvPr/>
        </p:nvSpPr>
        <p:spPr>
          <a:xfrm>
            <a:off x="2967037" y="45529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C7A15A"/>
                </a:solidFill>
                <a:latin typeface="Aptos"/>
                <a:ea typeface="Aptos"/>
                <a:cs typeface="Aptos"/>
              </a:defRPr>
            </a:pPr>
            <a:r>
              <a:rPr lang="fr-FR" sz="1575" b="1" i="0" dirty="0">
                <a:solidFill>
                  <a:srgbClr val="C7A15A"/>
                </a:solidFill>
                <a:latin typeface="Aptos"/>
                <a:ea typeface="Aptos"/>
                <a:cs typeface="Aptos"/>
              </a:rPr>
              <a:t>VOLAILLE</a:t>
            </a:r>
            <a:endParaRPr sz="1575" b="1" i="0" dirty="0">
              <a:solidFill>
                <a:srgbClr val="C7A15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Connecteur droit 7">
            <a:extLst>
              <a:ext uri="{FF2B5EF4-FFF2-40B4-BE49-F238E27FC236}">
                <a16:creationId xmlns:a16="http://schemas.microsoft.com/office/drawing/2014/main" id="{CDD4C4F1-E861-487D-A2C8-B127EF138B11}"/>
              </a:ext>
            </a:extLst>
          </p:cNvPr>
          <p:cNvSpPr>
            <a:spLocks noGrp="1"/>
          </p:cNvSpPr>
          <p:nvPr/>
        </p:nvSpPr>
        <p:spPr>
          <a:xfrm>
            <a:off x="4929187" y="4695825"/>
            <a:ext cx="685800" cy="0"/>
          </a:xfrm>
          <a:prstGeom prst="line">
            <a:avLst/>
          </a:prstGeom>
          <a:noFill/>
          <a:ln w="19050">
            <a:solidFill>
              <a:srgbClr val="C7A1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3AC39C-21F5-4E9D-A09E-47486104F635}"/>
              </a:ext>
            </a:extLst>
          </p:cNvPr>
          <p:cNvSpPr>
            <a:spLocks noGrp="1"/>
          </p:cNvSpPr>
          <p:nvPr/>
        </p:nvSpPr>
        <p:spPr>
          <a:xfrm>
            <a:off x="5900737" y="4524375"/>
            <a:ext cx="5191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2B211C"/>
                </a:solidFill>
                <a:latin typeface="Aptos"/>
                <a:ea typeface="Aptos"/>
                <a:cs typeface="Aptos"/>
              </a:defRPr>
            </a:pPr>
            <a:r>
              <a:rPr lang="fr-FR" sz="1500" b="0" i="0" dirty="0">
                <a:solidFill>
                  <a:srgbClr val="2B211C"/>
                </a:solidFill>
                <a:latin typeface="Aptos"/>
                <a:ea typeface="Aptos"/>
                <a:cs typeface="Aptos"/>
              </a:rPr>
              <a:t>Production et importations</a:t>
            </a:r>
            <a:endParaRPr sz="1500" b="0" i="0" dirty="0">
              <a:solidFill>
                <a:srgbClr val="2B211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FDD4C2-2050-4BD5-BE3D-7708B744DC8F}"/>
              </a:ext>
            </a:extLst>
          </p:cNvPr>
          <p:cNvSpPr>
            <a:spLocks noGrp="1"/>
          </p:cNvSpPr>
          <p:nvPr/>
        </p:nvSpPr>
        <p:spPr>
          <a:xfrm>
            <a:off x="2967037" y="57340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6E1F32"/>
                </a:solidFill>
                <a:latin typeface="Aptos"/>
                <a:ea typeface="Aptos"/>
                <a:cs typeface="Aptos"/>
              </a:defRPr>
            </a:pPr>
            <a:r>
              <a:rPr lang="fr-FR" sz="1575" b="1" i="0" dirty="0">
                <a:solidFill>
                  <a:srgbClr val="6E1F32"/>
                </a:solidFill>
                <a:latin typeface="Aptos"/>
                <a:ea typeface="Aptos"/>
                <a:cs typeface="Aptos"/>
              </a:rPr>
              <a:t>ENVIRONNEMENT</a:t>
            </a:r>
            <a:endParaRPr sz="1575" b="1" i="0" dirty="0">
              <a:solidFill>
                <a:srgbClr val="6E1F3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Connecteur droit 10">
            <a:extLst>
              <a:ext uri="{FF2B5EF4-FFF2-40B4-BE49-F238E27FC236}">
                <a16:creationId xmlns:a16="http://schemas.microsoft.com/office/drawing/2014/main" id="{1CC5346E-EE20-4A4F-8895-2DAD74243FD6}"/>
              </a:ext>
            </a:extLst>
          </p:cNvPr>
          <p:cNvSpPr>
            <a:spLocks noGrp="1"/>
          </p:cNvSpPr>
          <p:nvPr/>
        </p:nvSpPr>
        <p:spPr>
          <a:xfrm>
            <a:off x="4929187" y="5876925"/>
            <a:ext cx="685800" cy="0"/>
          </a:xfrm>
          <a:prstGeom prst="line">
            <a:avLst/>
          </a:prstGeom>
          <a:noFill/>
          <a:ln w="19050">
            <a:solidFill>
              <a:srgbClr val="DEC6B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293C4B-97D3-4C7B-8E64-32B6E77BC2EC}"/>
              </a:ext>
            </a:extLst>
          </p:cNvPr>
          <p:cNvSpPr>
            <a:spLocks noGrp="1"/>
          </p:cNvSpPr>
          <p:nvPr/>
        </p:nvSpPr>
        <p:spPr>
          <a:xfrm>
            <a:off x="5900737" y="5705475"/>
            <a:ext cx="5191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2B211C"/>
                </a:solidFill>
                <a:latin typeface="Aptos"/>
                <a:ea typeface="Aptos"/>
                <a:cs typeface="Aptos"/>
              </a:defRPr>
            </a:pPr>
            <a:r>
              <a:rPr lang="fr-FR" sz="1500" b="0" i="0" dirty="0">
                <a:solidFill>
                  <a:srgbClr val="2B211C"/>
                </a:solidFill>
                <a:latin typeface="Aptos"/>
                <a:ea typeface="Aptos"/>
                <a:cs typeface="Aptos"/>
              </a:rPr>
              <a:t>Economie et stabilité</a:t>
            </a:r>
            <a:endParaRPr sz="1500" b="0" i="0" dirty="0">
              <a:solidFill>
                <a:srgbClr val="2B211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9F73D12-E7FB-0ABA-9761-C803AE25E73A}"/>
              </a:ext>
            </a:extLst>
          </p:cNvPr>
          <p:cNvSpPr txBox="1"/>
          <p:nvPr/>
        </p:nvSpPr>
        <p:spPr>
          <a:xfrm>
            <a:off x="509588" y="2162770"/>
            <a:ext cx="967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>
                <a:latin typeface="Aptos" panose="020B0004020202020204" pitchFamily="34" charset="0"/>
              </a:rPr>
              <a:t>La poule qui chante commercialise actuellement ses produits en France et souhaite explorer de nouveaux marchés</a:t>
            </a:r>
            <a:r>
              <a:rPr lang="fr-FR">
                <a:latin typeface="Aptos" panose="020B0004020202020204" pitchFamily="34" charset="0"/>
              </a:rPr>
              <a:t>, notre </a:t>
            </a:r>
            <a:r>
              <a:rPr lang="fr-FR" dirty="0">
                <a:latin typeface="Aptos" panose="020B0004020202020204" pitchFamily="34" charset="0"/>
              </a:rPr>
              <a:t>problématique: Quels pays présentent les caractéristiques les plus favorables à une stratégie d’exportation de volaille ? </a:t>
            </a:r>
          </a:p>
        </p:txBody>
      </p:sp>
    </p:spTree>
    <p:extLst>
      <p:ext uri="{BB962C8B-B14F-4D97-AF65-F5344CB8AC3E}">
        <p14:creationId xmlns:p14="http://schemas.microsoft.com/office/powerpoint/2010/main" val="2135830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B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1944FE-4B19-5AA7-E17A-791A3A1BA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FC5643-03D9-D497-A431-CD50963C4B80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78105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33"/>
          </a:bodyPr>
          <a:lstStyle/>
          <a:p>
            <a:pPr algn="l">
              <a:defRPr sz="3750" b="0" i="0">
                <a:solidFill>
                  <a:srgbClr val="6E1F32"/>
                </a:solidFill>
                <a:latin typeface="Georgia"/>
                <a:ea typeface="Georgia"/>
                <a:cs typeface="Georgia"/>
              </a:defRPr>
            </a:pPr>
            <a:r>
              <a:rPr lang="fr-FR" sz="3750" b="0" i="0" dirty="0">
                <a:solidFill>
                  <a:srgbClr val="6E1F32"/>
                </a:solidFill>
                <a:latin typeface="Georgia"/>
                <a:ea typeface="Georgia"/>
                <a:cs typeface="Georgia"/>
              </a:rPr>
              <a:t>Ma démarche</a:t>
            </a:r>
            <a:endParaRPr sz="3750" b="0" i="0" dirty="0">
              <a:solidFill>
                <a:srgbClr val="6E1F32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D4610F-ECF3-7611-F806-4CC7A2CE4A05}"/>
              </a:ext>
            </a:extLst>
          </p:cNvPr>
          <p:cNvSpPr>
            <a:spLocks noGrp="1"/>
          </p:cNvSpPr>
          <p:nvPr/>
        </p:nvSpPr>
        <p:spPr>
          <a:xfrm>
            <a:off x="10306050" y="2076450"/>
            <a:ext cx="66675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E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X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P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O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R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T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D1C95B7-67E4-94F0-6BAC-DC2FD2ED51A9}"/>
              </a:ext>
            </a:extLst>
          </p:cNvPr>
          <p:cNvSpPr txBox="1"/>
          <p:nvPr/>
        </p:nvSpPr>
        <p:spPr>
          <a:xfrm>
            <a:off x="628650" y="1883229"/>
            <a:ext cx="967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ptos" panose="020B0004020202020204" pitchFamily="34" charset="0"/>
              </a:rPr>
              <a:t>Préparer les données 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B2B45F4-EA63-4093-CA94-7754BF35AF26}"/>
              </a:ext>
            </a:extLst>
          </p:cNvPr>
          <p:cNvSpPr txBox="1"/>
          <p:nvPr/>
        </p:nvSpPr>
        <p:spPr>
          <a:xfrm>
            <a:off x="628650" y="2523547"/>
            <a:ext cx="967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ptos" panose="020B0004020202020204" pitchFamily="34" charset="0"/>
              </a:rPr>
              <a:t>Explorer les marchés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44CB966-BA86-D14B-5DCD-36EA4B6E52F9}"/>
              </a:ext>
            </a:extLst>
          </p:cNvPr>
          <p:cNvSpPr txBox="1"/>
          <p:nvPr/>
        </p:nvSpPr>
        <p:spPr>
          <a:xfrm>
            <a:off x="628650" y="3183493"/>
            <a:ext cx="967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ptos" panose="020B0004020202020204" pitchFamily="34" charset="0"/>
              </a:rPr>
              <a:t>ACP : 9 variables, 3 dimensions segmenter CAH + K-</a:t>
            </a:r>
            <a:r>
              <a:rPr lang="fr-FR" dirty="0" err="1">
                <a:latin typeface="Aptos" panose="020B0004020202020204" pitchFamily="34" charset="0"/>
              </a:rPr>
              <a:t>means</a:t>
            </a:r>
            <a:endParaRPr lang="fr-FR" dirty="0">
              <a:latin typeface="Aptos" panose="020B0004020202020204" pitchFamily="34" charset="0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D78BE6D-970C-8D77-541A-1123063AF537}"/>
              </a:ext>
            </a:extLst>
          </p:cNvPr>
          <p:cNvSpPr txBox="1"/>
          <p:nvPr/>
        </p:nvSpPr>
        <p:spPr>
          <a:xfrm>
            <a:off x="628650" y="4027715"/>
            <a:ext cx="967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ptos" panose="020B0004020202020204" pitchFamily="34" charset="0"/>
              </a:rPr>
              <a:t>Identifier les 21 marchés candidats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2CC1305-858C-0619-68FF-D14FBDC3914E}"/>
              </a:ext>
            </a:extLst>
          </p:cNvPr>
          <p:cNvSpPr txBox="1"/>
          <p:nvPr/>
        </p:nvSpPr>
        <p:spPr>
          <a:xfrm>
            <a:off x="685800" y="4866696"/>
            <a:ext cx="967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ptos" panose="020B0004020202020204" pitchFamily="34" charset="0"/>
              </a:rPr>
              <a:t>Prioriser 7 marchés à approfondir</a:t>
            </a:r>
          </a:p>
        </p:txBody>
      </p: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94243CCD-DAD5-46E7-AC9F-445D7B852A23}"/>
              </a:ext>
            </a:extLst>
          </p:cNvPr>
          <p:cNvCxnSpPr>
            <a:stCxn id="15" idx="2"/>
            <a:endCxn id="17" idx="0"/>
          </p:cNvCxnSpPr>
          <p:nvPr/>
        </p:nvCxnSpPr>
        <p:spPr>
          <a:xfrm>
            <a:off x="5467350" y="2252561"/>
            <a:ext cx="0" cy="270986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D27D77AC-047E-0AA2-DF1B-28C0A2BB2D9A}"/>
              </a:ext>
            </a:extLst>
          </p:cNvPr>
          <p:cNvCxnSpPr/>
          <p:nvPr/>
        </p:nvCxnSpPr>
        <p:spPr>
          <a:xfrm>
            <a:off x="5448300" y="2912507"/>
            <a:ext cx="0" cy="270986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AEFCDC5C-60CB-10B5-8975-833CA89E16ED}"/>
              </a:ext>
            </a:extLst>
          </p:cNvPr>
          <p:cNvCxnSpPr/>
          <p:nvPr/>
        </p:nvCxnSpPr>
        <p:spPr>
          <a:xfrm>
            <a:off x="5429250" y="3656818"/>
            <a:ext cx="0" cy="270986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1A6564AB-25F3-1470-2F8F-502D6409437E}"/>
              </a:ext>
            </a:extLst>
          </p:cNvPr>
          <p:cNvCxnSpPr/>
          <p:nvPr/>
        </p:nvCxnSpPr>
        <p:spPr>
          <a:xfrm>
            <a:off x="5459186" y="4495018"/>
            <a:ext cx="0" cy="270986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1658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B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013AB4-29E4-88B1-4E65-667A59974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6806FA-C229-37CB-4529-447BAA3956FD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78105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33"/>
          </a:bodyPr>
          <a:lstStyle/>
          <a:p>
            <a:pPr algn="l">
              <a:defRPr sz="3750" b="0" i="0">
                <a:solidFill>
                  <a:srgbClr val="6E1F32"/>
                </a:solidFill>
                <a:latin typeface="Georgia"/>
                <a:ea typeface="Georgia"/>
                <a:cs typeface="Georgia"/>
              </a:defRPr>
            </a:pPr>
            <a:r>
              <a:rPr lang="fr-FR" sz="3750" b="0" i="0" dirty="0">
                <a:solidFill>
                  <a:srgbClr val="6E1F32"/>
                </a:solidFill>
                <a:latin typeface="Georgia"/>
                <a:ea typeface="Georgia"/>
                <a:cs typeface="Georgia"/>
              </a:rPr>
              <a:t>Les données analysées</a:t>
            </a:r>
            <a:endParaRPr sz="3750" b="0" i="0" dirty="0">
              <a:solidFill>
                <a:srgbClr val="6E1F32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79AD37-8810-7178-FFAA-6437B1802C2F}"/>
              </a:ext>
            </a:extLst>
          </p:cNvPr>
          <p:cNvSpPr>
            <a:spLocks noGrp="1"/>
          </p:cNvSpPr>
          <p:nvPr/>
        </p:nvSpPr>
        <p:spPr>
          <a:xfrm>
            <a:off x="10306050" y="2076450"/>
            <a:ext cx="66675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E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X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P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O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R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T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64A058B-8F27-4464-B107-456EEF58B8CD}"/>
              </a:ext>
            </a:extLst>
          </p:cNvPr>
          <p:cNvSpPr txBox="1"/>
          <p:nvPr/>
        </p:nvSpPr>
        <p:spPr>
          <a:xfrm>
            <a:off x="962025" y="1885950"/>
            <a:ext cx="9677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u="sng" dirty="0">
                <a:latin typeface="Aptos" panose="020B0004020202020204" pitchFamily="34" charset="0"/>
              </a:rPr>
              <a:t>Démographie</a:t>
            </a:r>
            <a:r>
              <a:rPr lang="fr-FR" dirty="0">
                <a:latin typeface="Aptos" panose="020B0004020202020204" pitchFamily="34" charset="0"/>
              </a:rPr>
              <a:t> </a:t>
            </a:r>
          </a:p>
          <a:p>
            <a:pPr algn="just"/>
            <a:r>
              <a:rPr lang="fr-FR" dirty="0">
                <a:latin typeface="Aptos" panose="020B0004020202020204" pitchFamily="34" charset="0"/>
              </a:rPr>
              <a:t>Population </a:t>
            </a:r>
          </a:p>
          <a:p>
            <a:pPr algn="just"/>
            <a:r>
              <a:rPr lang="fr-FR" dirty="0">
                <a:latin typeface="Aptos" panose="020B0004020202020204" pitchFamily="34" charset="0"/>
              </a:rPr>
              <a:t>Croissance de la population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u="sng" dirty="0">
                <a:latin typeface="Aptos" panose="020B0004020202020204" pitchFamily="34" charset="0"/>
              </a:rPr>
              <a:t>Marché de la volaille</a:t>
            </a:r>
          </a:p>
          <a:p>
            <a:pPr algn="just"/>
            <a:r>
              <a:rPr lang="fr-FR" dirty="0">
                <a:latin typeface="Aptos" panose="020B0004020202020204" pitchFamily="34" charset="0"/>
              </a:rPr>
              <a:t>Productions</a:t>
            </a:r>
          </a:p>
          <a:p>
            <a:pPr algn="just"/>
            <a:r>
              <a:rPr lang="fr-FR" dirty="0">
                <a:latin typeface="Aptos" panose="020B0004020202020204" pitchFamily="34" charset="0"/>
              </a:rPr>
              <a:t>Importations</a:t>
            </a:r>
          </a:p>
          <a:p>
            <a:pPr algn="just"/>
            <a:r>
              <a:rPr lang="fr-FR" dirty="0">
                <a:latin typeface="Aptos" panose="020B0004020202020204" pitchFamily="34" charset="0"/>
              </a:rPr>
              <a:t>Disponibilité par habitant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u="sng" dirty="0">
                <a:latin typeface="Aptos" panose="020B0004020202020204" pitchFamily="34" charset="0"/>
              </a:rPr>
              <a:t>Ouverture aux  importations</a:t>
            </a:r>
          </a:p>
          <a:p>
            <a:pPr algn="just"/>
            <a:r>
              <a:rPr lang="fr-FR" dirty="0">
                <a:latin typeface="Aptos" panose="020B0004020202020204" pitchFamily="34" charset="0"/>
              </a:rPr>
              <a:t>Dépendance aux importations</a:t>
            </a:r>
          </a:p>
          <a:p>
            <a:pPr algn="just"/>
            <a:r>
              <a:rPr lang="fr-FR" dirty="0">
                <a:latin typeface="Aptos" panose="020B0004020202020204" pitchFamily="34" charset="0"/>
              </a:rPr>
              <a:t>Importations par habitant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u="sng" dirty="0">
                <a:latin typeface="Aptos" panose="020B0004020202020204" pitchFamily="34" charset="0"/>
              </a:rPr>
              <a:t>Environnement pays</a:t>
            </a:r>
          </a:p>
          <a:p>
            <a:pPr algn="just"/>
            <a:r>
              <a:rPr lang="fr-FR" dirty="0">
                <a:latin typeface="Aptos" panose="020B0004020202020204" pitchFamily="34" charset="0"/>
              </a:rPr>
              <a:t>PIB/habitant PPA</a:t>
            </a:r>
          </a:p>
          <a:p>
            <a:pPr algn="just"/>
            <a:r>
              <a:rPr lang="fr-FR" dirty="0">
                <a:latin typeface="Aptos" panose="020B0004020202020204" pitchFamily="34" charset="0"/>
              </a:rPr>
              <a:t>Stabilité politique</a:t>
            </a:r>
          </a:p>
          <a:p>
            <a:pPr algn="ctr"/>
            <a:r>
              <a:rPr lang="fr-FR" b="1" dirty="0">
                <a:latin typeface="Aptos" panose="020B0004020202020204" pitchFamily="34" charset="0"/>
              </a:rPr>
              <a:t>161 pays 9 variables </a:t>
            </a:r>
          </a:p>
        </p:txBody>
      </p:sp>
    </p:spTree>
    <p:extLst>
      <p:ext uri="{BB962C8B-B14F-4D97-AF65-F5344CB8AC3E}">
        <p14:creationId xmlns:p14="http://schemas.microsoft.com/office/powerpoint/2010/main" val="3343093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B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A52418-5BBF-F662-74B2-C5D9DC0C6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429447-07D0-0826-67D4-AC3187195B94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78105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33"/>
          </a:bodyPr>
          <a:lstStyle/>
          <a:p>
            <a:pPr algn="l">
              <a:defRPr sz="3750" b="0" i="0">
                <a:solidFill>
                  <a:srgbClr val="6E1F32"/>
                </a:solidFill>
                <a:latin typeface="Georgia"/>
                <a:ea typeface="Georgia"/>
                <a:cs typeface="Georgia"/>
              </a:defRPr>
            </a:pPr>
            <a:r>
              <a:rPr lang="fr-FR" sz="3750" b="0" i="0" dirty="0">
                <a:solidFill>
                  <a:srgbClr val="6E1F32"/>
                </a:solidFill>
                <a:latin typeface="Georgia"/>
                <a:ea typeface="Georgia"/>
                <a:cs typeface="Georgia"/>
              </a:rPr>
              <a:t>Préparation et qualité de données</a:t>
            </a:r>
            <a:endParaRPr sz="3750" b="0" i="0" dirty="0">
              <a:solidFill>
                <a:srgbClr val="6E1F32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DD09E9-3F30-5FDE-FD73-95BD4E2C16DC}"/>
              </a:ext>
            </a:extLst>
          </p:cNvPr>
          <p:cNvSpPr>
            <a:spLocks noGrp="1"/>
          </p:cNvSpPr>
          <p:nvPr/>
        </p:nvSpPr>
        <p:spPr>
          <a:xfrm>
            <a:off x="10306050" y="2076450"/>
            <a:ext cx="66675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E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X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P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O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R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T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F1C5D86-7B67-795E-7E2E-0D562E2AACD3}"/>
              </a:ext>
            </a:extLst>
          </p:cNvPr>
          <p:cNvSpPr txBox="1"/>
          <p:nvPr/>
        </p:nvSpPr>
        <p:spPr>
          <a:xfrm>
            <a:off x="962025" y="1885950"/>
            <a:ext cx="9677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dirty="0">
                <a:latin typeface="Aptos" panose="020B0004020202020204" pitchFamily="34" charset="0"/>
              </a:rPr>
              <a:t>Un jeu de données fiabilisé avant analyse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b="1" dirty="0">
              <a:latin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b="1" dirty="0">
              <a:latin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dirty="0">
                <a:highlight>
                  <a:srgbClr val="FFFF00"/>
                </a:highlight>
                <a:latin typeface="Aptos" panose="020B0004020202020204" pitchFamily="34" charset="0"/>
              </a:rPr>
              <a:t>161 PAYS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dirty="0">
                <a:highlight>
                  <a:srgbClr val="FFFF00"/>
                </a:highlight>
                <a:latin typeface="Aptos" panose="020B0004020202020204" pitchFamily="34" charset="0"/>
              </a:rPr>
              <a:t>9 VARIABLES FINALES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dirty="0">
                <a:highlight>
                  <a:srgbClr val="FFFF00"/>
                </a:highlight>
                <a:latin typeface="Aptos" panose="020B0004020202020204" pitchFamily="34" charset="0"/>
              </a:rPr>
              <a:t>0 VALEURS MANQUANTES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dirty="0">
                <a:highlight>
                  <a:srgbClr val="FFFF00"/>
                </a:highlight>
                <a:latin typeface="Aptos" panose="020B0004020202020204" pitchFamily="34" charset="0"/>
              </a:rPr>
              <a:t>3 INDICATEURS CREES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dirty="0">
              <a:latin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>
                <a:latin typeface="Aptos" panose="020B0004020202020204" pitchFamily="34" charset="0"/>
              </a:rPr>
              <a:t>Croissance démographique – Dépendance aux importations – Importations par habitant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dirty="0">
              <a:latin typeface="Aptos" panose="020B0004020202020204" pitchFamily="34" charset="0"/>
            </a:endParaRPr>
          </a:p>
          <a:p>
            <a:pPr algn="just"/>
            <a:r>
              <a:rPr lang="fr-FR" dirty="0">
                <a:latin typeface="Aptos" panose="020B0004020202020204" pitchFamily="34" charset="0"/>
              </a:rPr>
              <a:t>(pour information: une variable a été exclue de l’analyse car elle était fortement corrélée à la variable production) </a:t>
            </a:r>
          </a:p>
        </p:txBody>
      </p:sp>
    </p:spTree>
    <p:extLst>
      <p:ext uri="{BB962C8B-B14F-4D97-AF65-F5344CB8AC3E}">
        <p14:creationId xmlns:p14="http://schemas.microsoft.com/office/powerpoint/2010/main" val="4170718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B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D5AD8-85A2-63A7-0E03-661D72DAE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CBA56D-9CB2-632F-521D-B57E786D201A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78105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33"/>
          </a:bodyPr>
          <a:lstStyle/>
          <a:p>
            <a:pPr algn="l">
              <a:defRPr sz="3750" b="0" i="0">
                <a:solidFill>
                  <a:srgbClr val="6E1F32"/>
                </a:solidFill>
                <a:latin typeface="Georgia"/>
                <a:ea typeface="Georgia"/>
                <a:cs typeface="Georgia"/>
              </a:defRPr>
            </a:pPr>
            <a:r>
              <a:rPr lang="fr-FR" sz="3750" b="0" i="0" dirty="0">
                <a:solidFill>
                  <a:srgbClr val="6E1F32"/>
                </a:solidFill>
                <a:latin typeface="Georgia"/>
                <a:ea typeface="Georgia"/>
                <a:cs typeface="Georgia"/>
              </a:rPr>
              <a:t>Pourquoi utiliser une ACP ? </a:t>
            </a:r>
            <a:endParaRPr sz="3750" b="0" i="0" dirty="0">
              <a:solidFill>
                <a:srgbClr val="6E1F32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586A8F-2772-096A-9234-063E44D5F0CE}"/>
              </a:ext>
            </a:extLst>
          </p:cNvPr>
          <p:cNvSpPr>
            <a:spLocks noGrp="1"/>
          </p:cNvSpPr>
          <p:nvPr/>
        </p:nvSpPr>
        <p:spPr>
          <a:xfrm>
            <a:off x="10306050" y="2076450"/>
            <a:ext cx="66675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E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X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P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O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R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T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A34AEE4-AEEA-5EB5-C286-59BEB886B923}"/>
              </a:ext>
            </a:extLst>
          </p:cNvPr>
          <p:cNvSpPr txBox="1"/>
          <p:nvPr/>
        </p:nvSpPr>
        <p:spPr>
          <a:xfrm>
            <a:off x="962025" y="1885950"/>
            <a:ext cx="9677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>
                <a:latin typeface="Aptos" panose="020B0004020202020204" pitchFamily="34" charset="0"/>
              </a:rPr>
              <a:t>9 variables : 3 dimensions principales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dirty="0">
              <a:latin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dirty="0">
                <a:latin typeface="Aptos" panose="020B0004020202020204" pitchFamily="34" charset="0"/>
              </a:rPr>
              <a:t>SIMPLIFIER: </a:t>
            </a:r>
          </a:p>
          <a:p>
            <a:pPr algn="just"/>
            <a:r>
              <a:rPr lang="fr-FR" dirty="0">
                <a:latin typeface="Aptos" panose="020B0004020202020204" pitchFamily="34" charset="0"/>
              </a:rPr>
              <a:t>Réduire la complexité des données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dirty="0">
                <a:latin typeface="Aptos" panose="020B0004020202020204" pitchFamily="34" charset="0"/>
              </a:rPr>
              <a:t>COMPRENDRE:</a:t>
            </a:r>
          </a:p>
          <a:p>
            <a:pPr algn="just"/>
            <a:r>
              <a:rPr lang="fr-FR" dirty="0">
                <a:latin typeface="Aptos" panose="020B0004020202020204" pitchFamily="34" charset="0"/>
              </a:rPr>
              <a:t>Identifier les grandes caractéristiques qui différencient les pays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dirty="0">
                <a:latin typeface="Aptos" panose="020B0004020202020204" pitchFamily="34" charset="0"/>
              </a:rPr>
              <a:t>VISUALISER:</a:t>
            </a:r>
          </a:p>
          <a:p>
            <a:pPr algn="just"/>
            <a:r>
              <a:rPr lang="fr-FR" dirty="0">
                <a:latin typeface="Aptos" panose="020B0004020202020204" pitchFamily="34" charset="0"/>
              </a:rPr>
              <a:t>Représenter les marchés dans un espace plus lisible.</a:t>
            </a:r>
          </a:p>
        </p:txBody>
      </p:sp>
    </p:spTree>
    <p:extLst>
      <p:ext uri="{BB962C8B-B14F-4D97-AF65-F5344CB8AC3E}">
        <p14:creationId xmlns:p14="http://schemas.microsoft.com/office/powerpoint/2010/main" val="3440829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B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C642D7-6D7C-A22B-ABE7-A218A9719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3C7EC3-5FD4-57FE-DF15-215B65F69CC0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78105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33"/>
          </a:bodyPr>
          <a:lstStyle/>
          <a:p>
            <a:pPr algn="l">
              <a:defRPr sz="3750" b="0" i="0">
                <a:solidFill>
                  <a:srgbClr val="6E1F32"/>
                </a:solidFill>
                <a:latin typeface="Georgia"/>
                <a:ea typeface="Georgia"/>
                <a:cs typeface="Georgia"/>
              </a:defRPr>
            </a:pPr>
            <a:r>
              <a:rPr lang="fr-FR" sz="3750" b="0" i="0" dirty="0">
                <a:solidFill>
                  <a:srgbClr val="6E1F32"/>
                </a:solidFill>
                <a:latin typeface="Georgia"/>
                <a:ea typeface="Georgia"/>
                <a:cs typeface="Georgia"/>
              </a:rPr>
              <a:t>Ce que révèle l’ACP</a:t>
            </a:r>
            <a:endParaRPr sz="3750" b="0" i="0" dirty="0">
              <a:solidFill>
                <a:srgbClr val="6E1F32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E08DB3-40B0-1E75-AC73-39983E6E2008}"/>
              </a:ext>
            </a:extLst>
          </p:cNvPr>
          <p:cNvSpPr>
            <a:spLocks noGrp="1"/>
          </p:cNvSpPr>
          <p:nvPr/>
        </p:nvSpPr>
        <p:spPr>
          <a:xfrm>
            <a:off x="10306050" y="2076450"/>
            <a:ext cx="66675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E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X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P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O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R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T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C0C1F1F-9D9E-8D01-2137-E1699B188F51}"/>
              </a:ext>
            </a:extLst>
          </p:cNvPr>
          <p:cNvSpPr txBox="1"/>
          <p:nvPr/>
        </p:nvSpPr>
        <p:spPr>
          <a:xfrm>
            <a:off x="962025" y="1885950"/>
            <a:ext cx="967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>
                <a:latin typeface="Aptos" panose="020B0004020202020204" pitchFamily="34" charset="0"/>
              </a:rPr>
              <a:t>3 composantes retenues = 67,13% de la variance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C0E732F-36BB-69F1-8E98-C6FFD26ED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669" y="2384794"/>
            <a:ext cx="8287176" cy="326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234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B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83B4CB-FA98-15A2-52F3-FDC2AFF1A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B54287-FDC4-E4BE-605F-4F1E367D5E51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78105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33"/>
          </a:bodyPr>
          <a:lstStyle/>
          <a:p>
            <a:pPr algn="l">
              <a:defRPr sz="3750" b="0" i="0">
                <a:solidFill>
                  <a:srgbClr val="6E1F32"/>
                </a:solidFill>
                <a:latin typeface="Georgia"/>
                <a:ea typeface="Georgia"/>
                <a:cs typeface="Georgia"/>
              </a:defRPr>
            </a:pPr>
            <a:r>
              <a:rPr lang="fr-FR" sz="3750" b="0" i="0" dirty="0">
                <a:solidFill>
                  <a:srgbClr val="6E1F32"/>
                </a:solidFill>
                <a:latin typeface="Georgia"/>
                <a:ea typeface="Georgia"/>
                <a:cs typeface="Georgia"/>
              </a:rPr>
              <a:t>Pourquoi </a:t>
            </a:r>
            <a:r>
              <a:rPr lang="fr-FR" sz="3750" dirty="0">
                <a:solidFill>
                  <a:srgbClr val="6E1F32"/>
                </a:solidFill>
                <a:latin typeface="Georgia"/>
                <a:ea typeface="Georgia"/>
                <a:cs typeface="Georgia"/>
              </a:rPr>
              <a:t>segmenter les pays ? </a:t>
            </a:r>
            <a:endParaRPr sz="3750" b="0" i="0" dirty="0">
              <a:solidFill>
                <a:srgbClr val="6E1F32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0BC716-9F03-6ECB-B2B2-1BA6382B05F1}"/>
              </a:ext>
            </a:extLst>
          </p:cNvPr>
          <p:cNvSpPr>
            <a:spLocks noGrp="1"/>
          </p:cNvSpPr>
          <p:nvPr/>
        </p:nvSpPr>
        <p:spPr>
          <a:xfrm>
            <a:off x="10306050" y="2076450"/>
            <a:ext cx="66675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E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X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P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O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R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T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0B6D5C6-6112-5020-7CA3-5ACC06C4A339}"/>
              </a:ext>
            </a:extLst>
          </p:cNvPr>
          <p:cNvSpPr txBox="1"/>
          <p:nvPr/>
        </p:nvSpPr>
        <p:spPr>
          <a:xfrm>
            <a:off x="962025" y="1885950"/>
            <a:ext cx="967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>
                <a:latin typeface="Aptos" panose="020B0004020202020204" pitchFamily="34" charset="0"/>
              </a:rPr>
              <a:t>Identifier les groupes de marchés similaires 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dirty="0">
              <a:latin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>
                <a:latin typeface="Aptos" panose="020B0004020202020204" pitchFamily="34" charset="0"/>
              </a:rPr>
              <a:t>CAH : Approche hiérarchique			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>
                <a:latin typeface="Aptos" panose="020B0004020202020204" pitchFamily="34" charset="0"/>
              </a:rPr>
              <a:t>K-Means : Approche par centres</a:t>
            </a:r>
          </a:p>
        </p:txBody>
      </p:sp>
    </p:spTree>
    <p:extLst>
      <p:ext uri="{BB962C8B-B14F-4D97-AF65-F5344CB8AC3E}">
        <p14:creationId xmlns:p14="http://schemas.microsoft.com/office/powerpoint/2010/main" val="533218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B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D84B4C-5B4B-3CAF-486F-E13BFA1B2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8D9B50-B9B6-A1BA-A8E7-5A2F9C340C8A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78105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33"/>
          </a:bodyPr>
          <a:lstStyle/>
          <a:p>
            <a:pPr algn="l">
              <a:defRPr sz="3750" b="0" i="0">
                <a:solidFill>
                  <a:srgbClr val="6E1F32"/>
                </a:solidFill>
                <a:latin typeface="Georgia"/>
                <a:ea typeface="Georgia"/>
                <a:cs typeface="Georgia"/>
              </a:defRPr>
            </a:pPr>
            <a:r>
              <a:rPr lang="fr-FR" sz="3750" b="0" i="0" dirty="0">
                <a:solidFill>
                  <a:srgbClr val="6E1F32"/>
                </a:solidFill>
                <a:latin typeface="Georgia"/>
                <a:ea typeface="Georgia"/>
                <a:cs typeface="Georgia"/>
              </a:rPr>
              <a:t>Résultat CAH</a:t>
            </a:r>
            <a:endParaRPr sz="3750" b="0" i="0" dirty="0">
              <a:solidFill>
                <a:srgbClr val="6E1F32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AED139-3DF8-8D7B-63A5-3C558F1DBB42}"/>
              </a:ext>
            </a:extLst>
          </p:cNvPr>
          <p:cNvSpPr>
            <a:spLocks noGrp="1"/>
          </p:cNvSpPr>
          <p:nvPr/>
        </p:nvSpPr>
        <p:spPr>
          <a:xfrm>
            <a:off x="10306050" y="2076450"/>
            <a:ext cx="66675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E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X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P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O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R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T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2D93435-77A7-247B-1527-5CCF3140D51A}"/>
              </a:ext>
            </a:extLst>
          </p:cNvPr>
          <p:cNvSpPr txBox="1"/>
          <p:nvPr/>
        </p:nvSpPr>
        <p:spPr>
          <a:xfrm>
            <a:off x="450506" y="1621955"/>
            <a:ext cx="967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>
                <a:latin typeface="Aptos" panose="020B0004020202020204" pitchFamily="34" charset="0"/>
              </a:rPr>
              <a:t>CAH : 5 profils de pays : Silhouette 0,272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FF74920-5AA2-F290-6108-7FCA35DAF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06" y="2428400"/>
            <a:ext cx="6810264" cy="413646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C53CD5C-5805-9008-9191-CA71481A2C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1262" y="293133"/>
            <a:ext cx="6323451" cy="2029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118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B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2CD7E8-30BE-3A1C-E9D8-1147B9C04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89997B-DA3B-21C1-4306-5F1E76E537AF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78105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33"/>
          </a:bodyPr>
          <a:lstStyle/>
          <a:p>
            <a:pPr algn="l">
              <a:defRPr sz="3750" b="0" i="0">
                <a:solidFill>
                  <a:srgbClr val="6E1F32"/>
                </a:solidFill>
                <a:latin typeface="Georgia"/>
                <a:ea typeface="Georgia"/>
                <a:cs typeface="Georgia"/>
              </a:defRPr>
            </a:pPr>
            <a:r>
              <a:rPr lang="fr-FR" sz="3750" b="0" i="0" dirty="0">
                <a:solidFill>
                  <a:srgbClr val="6E1F32"/>
                </a:solidFill>
                <a:latin typeface="Georgia"/>
                <a:ea typeface="Georgia"/>
                <a:cs typeface="Georgia"/>
              </a:rPr>
              <a:t>Résultat </a:t>
            </a:r>
            <a:r>
              <a:rPr lang="fr-FR" sz="3750" dirty="0">
                <a:solidFill>
                  <a:srgbClr val="6E1F32"/>
                </a:solidFill>
                <a:latin typeface="Georgia"/>
                <a:ea typeface="Georgia"/>
                <a:cs typeface="Georgia"/>
              </a:rPr>
              <a:t>K-Means</a:t>
            </a:r>
            <a:endParaRPr sz="3750" b="0" i="0" dirty="0">
              <a:solidFill>
                <a:srgbClr val="6E1F32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3C3BD6-8C13-7AED-6683-371D16FBCBB5}"/>
              </a:ext>
            </a:extLst>
          </p:cNvPr>
          <p:cNvSpPr>
            <a:spLocks noGrp="1"/>
          </p:cNvSpPr>
          <p:nvPr/>
        </p:nvSpPr>
        <p:spPr>
          <a:xfrm>
            <a:off x="10306050" y="2076450"/>
            <a:ext cx="66675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E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X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P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O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R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T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F3B7B88-2E71-7A76-99EF-02FD202B66AB}"/>
              </a:ext>
            </a:extLst>
          </p:cNvPr>
          <p:cNvSpPr txBox="1"/>
          <p:nvPr/>
        </p:nvSpPr>
        <p:spPr>
          <a:xfrm>
            <a:off x="450506" y="1621955"/>
            <a:ext cx="967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>
                <a:latin typeface="Aptos" panose="020B0004020202020204" pitchFamily="34" charset="0"/>
              </a:rPr>
              <a:t>K-Means affine la segmentation Silhouette : 0,293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EE72CFD-D305-1BE6-5545-7B44B893D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005" y="162496"/>
            <a:ext cx="5183420" cy="506810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9D5342CB-677F-48C5-E84B-D49007D945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057" y="4001655"/>
            <a:ext cx="5183420" cy="256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658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B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35B3C6-7D4E-42C1-EC55-C9D7257E6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A5A36E-A5E2-74AF-169A-603DBF7E8D95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78105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33" lnSpcReduction="10000"/>
          </a:bodyPr>
          <a:lstStyle/>
          <a:p>
            <a:pPr algn="l">
              <a:defRPr sz="3750" b="0" i="0">
                <a:solidFill>
                  <a:srgbClr val="6E1F32"/>
                </a:solidFill>
                <a:latin typeface="Georgia"/>
                <a:ea typeface="Georgia"/>
                <a:cs typeface="Georgia"/>
              </a:defRPr>
            </a:pPr>
            <a:r>
              <a:rPr lang="fr-FR" sz="3750" b="0" i="0" dirty="0">
                <a:solidFill>
                  <a:srgbClr val="6E1F32"/>
                </a:solidFill>
                <a:latin typeface="Georgia"/>
                <a:ea typeface="Georgia"/>
                <a:cs typeface="Georgia"/>
              </a:rPr>
              <a:t>Les deux méthodes donnent-elles les mêmes résultats ? </a:t>
            </a:r>
            <a:endParaRPr sz="3750" b="0" i="0" dirty="0">
              <a:solidFill>
                <a:srgbClr val="6E1F32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9066DB-AE36-0A44-824F-96AE28B146DF}"/>
              </a:ext>
            </a:extLst>
          </p:cNvPr>
          <p:cNvSpPr>
            <a:spLocks noGrp="1"/>
          </p:cNvSpPr>
          <p:nvPr/>
        </p:nvSpPr>
        <p:spPr>
          <a:xfrm>
            <a:off x="10306050" y="2076450"/>
            <a:ext cx="66675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E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X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P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O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R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T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6CECFD0-4D4A-A50A-D1A5-E225FAF9CD79}"/>
              </a:ext>
            </a:extLst>
          </p:cNvPr>
          <p:cNvSpPr txBox="1"/>
          <p:nvPr/>
        </p:nvSpPr>
        <p:spPr>
          <a:xfrm>
            <a:off x="504934" y="2035629"/>
            <a:ext cx="967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>
                <a:latin typeface="Aptos" panose="020B0004020202020204" pitchFamily="34" charset="0"/>
              </a:rPr>
              <a:t>Pas exactement, mais plusieurs structures sont  communes.</a:t>
            </a:r>
          </a:p>
          <a:p>
            <a:pPr algn="just"/>
            <a:endParaRPr lang="fr-FR" dirty="0">
              <a:latin typeface="Aptos" panose="020B0004020202020204" pitchFamily="34" charset="0"/>
            </a:endParaRPr>
          </a:p>
          <a:p>
            <a:pPr algn="just"/>
            <a:r>
              <a:rPr lang="fr-FR" dirty="0">
                <a:latin typeface="Aptos" panose="020B0004020202020204" pitchFamily="34" charset="0"/>
              </a:rPr>
              <a:t>ARI = 0,557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D7172C3-1BA7-3D5F-9CCC-78FD5DA30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934" y="3108638"/>
            <a:ext cx="3010055" cy="179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163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B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2DCA8A-49B7-309F-73F2-A52CD5CA2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400BDA-5905-ED47-071D-AF99248648A7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78105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33"/>
          </a:bodyPr>
          <a:lstStyle/>
          <a:p>
            <a:pPr algn="l">
              <a:defRPr sz="3750" b="0" i="0">
                <a:solidFill>
                  <a:srgbClr val="6E1F32"/>
                </a:solidFill>
                <a:latin typeface="Georgia"/>
                <a:ea typeface="Georgia"/>
                <a:cs typeface="Georgia"/>
              </a:defRPr>
            </a:pPr>
            <a:r>
              <a:rPr lang="fr-FR" sz="3750" b="0" i="0" dirty="0">
                <a:solidFill>
                  <a:srgbClr val="6E1F32"/>
                </a:solidFill>
                <a:latin typeface="Georgia"/>
                <a:ea typeface="Georgia"/>
                <a:cs typeface="Georgia"/>
              </a:rPr>
              <a:t>Du clustering aux marchés candidats</a:t>
            </a:r>
            <a:endParaRPr sz="3750" b="0" i="0" dirty="0">
              <a:solidFill>
                <a:srgbClr val="6E1F32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647BA8-E1B0-D75F-4708-3F456CFD3FC4}"/>
              </a:ext>
            </a:extLst>
          </p:cNvPr>
          <p:cNvSpPr>
            <a:spLocks noGrp="1"/>
          </p:cNvSpPr>
          <p:nvPr/>
        </p:nvSpPr>
        <p:spPr>
          <a:xfrm>
            <a:off x="10306050" y="2076450"/>
            <a:ext cx="66675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E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X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P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O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R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T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E9077C3-891C-F9C2-F225-571E5F265AFB}"/>
              </a:ext>
            </a:extLst>
          </p:cNvPr>
          <p:cNvSpPr txBox="1"/>
          <p:nvPr/>
        </p:nvSpPr>
        <p:spPr>
          <a:xfrm>
            <a:off x="504934" y="2035629"/>
            <a:ext cx="967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>
                <a:latin typeface="Aptos" panose="020B0004020202020204" pitchFamily="34" charset="0"/>
              </a:rPr>
              <a:t>161 pays  étudiés 	    	CAH + K-Means   		21 marchés candidats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AAD336A-0450-D01E-F83B-81962A53E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934" y="2554640"/>
            <a:ext cx="8198271" cy="3524431"/>
          </a:xfrm>
          <a:prstGeom prst="rect">
            <a:avLst/>
          </a:prstGeom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91E4FC61-0A35-B8A0-6253-F42A3A4889BF}"/>
              </a:ext>
            </a:extLst>
          </p:cNvPr>
          <p:cNvCxnSpPr/>
          <p:nvPr/>
        </p:nvCxnSpPr>
        <p:spPr>
          <a:xfrm>
            <a:off x="5257800" y="2212522"/>
            <a:ext cx="511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1DD599AB-9044-8B8D-1667-277641B52C33}"/>
              </a:ext>
            </a:extLst>
          </p:cNvPr>
          <p:cNvCxnSpPr>
            <a:cxnSpLocks/>
          </p:cNvCxnSpPr>
          <p:nvPr/>
        </p:nvCxnSpPr>
        <p:spPr>
          <a:xfrm>
            <a:off x="2558142" y="2247901"/>
            <a:ext cx="3918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303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B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520A7F-2638-7AF0-5210-2B8592C3B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68AF2C-FB11-EE02-2772-90ABE333CD93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78105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33"/>
          </a:bodyPr>
          <a:lstStyle/>
          <a:p>
            <a:pPr algn="l">
              <a:defRPr sz="3750" b="0" i="0">
                <a:solidFill>
                  <a:srgbClr val="6E1F32"/>
                </a:solidFill>
                <a:latin typeface="Georgia"/>
                <a:ea typeface="Georgia"/>
                <a:cs typeface="Georgia"/>
              </a:defRPr>
            </a:pPr>
            <a:r>
              <a:rPr lang="fr-FR" sz="3750" b="0" i="0" dirty="0">
                <a:solidFill>
                  <a:srgbClr val="6E1F32"/>
                </a:solidFill>
                <a:latin typeface="Georgia"/>
                <a:ea typeface="Georgia"/>
                <a:cs typeface="Georgia"/>
              </a:rPr>
              <a:t>Comment passer de 21 à 7 ? </a:t>
            </a:r>
            <a:endParaRPr sz="3750" b="0" i="0" dirty="0">
              <a:solidFill>
                <a:srgbClr val="6E1F32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245762-9BAC-9489-AA71-CF3E6E1AFBDE}"/>
              </a:ext>
            </a:extLst>
          </p:cNvPr>
          <p:cNvSpPr>
            <a:spLocks noGrp="1"/>
          </p:cNvSpPr>
          <p:nvPr/>
        </p:nvSpPr>
        <p:spPr>
          <a:xfrm>
            <a:off x="10306050" y="2076450"/>
            <a:ext cx="66675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E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X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P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O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R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T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0AD37F6-639C-FE21-B42D-23A4C6E9160A}"/>
              </a:ext>
            </a:extLst>
          </p:cNvPr>
          <p:cNvSpPr txBox="1"/>
          <p:nvPr/>
        </p:nvSpPr>
        <p:spPr>
          <a:xfrm>
            <a:off x="504934" y="2035629"/>
            <a:ext cx="9677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dirty="0">
                <a:highlight>
                  <a:srgbClr val="FFFF00"/>
                </a:highlight>
                <a:latin typeface="Aptos" panose="020B0004020202020204" pitchFamily="34" charset="0"/>
              </a:rPr>
              <a:t>Importations de volaille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dirty="0">
                <a:highlight>
                  <a:srgbClr val="FFFF00"/>
                </a:highlight>
                <a:latin typeface="Aptos" panose="020B0004020202020204" pitchFamily="34" charset="0"/>
              </a:rPr>
              <a:t>Dépendance aux importations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dirty="0">
                <a:highlight>
                  <a:srgbClr val="FFFF00"/>
                </a:highlight>
                <a:latin typeface="Aptos" panose="020B0004020202020204" pitchFamily="34" charset="0"/>
              </a:rPr>
              <a:t>PIB/habitant PPA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dirty="0">
                <a:highlight>
                  <a:srgbClr val="FFFF00"/>
                </a:highlight>
                <a:latin typeface="Aptos" panose="020B0004020202020204" pitchFamily="34" charset="0"/>
              </a:rPr>
              <a:t>Stabilité politique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dirty="0">
              <a:latin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>
                <a:latin typeface="Aptos" panose="020B0004020202020204" pitchFamily="34" charset="0"/>
              </a:rPr>
              <a:t>Référence médiane des </a:t>
            </a:r>
            <a:r>
              <a:rPr lang="fr-FR">
                <a:latin typeface="Aptos" panose="020B0004020202020204" pitchFamily="34" charset="0"/>
              </a:rPr>
              <a:t>21 marchés candidats </a:t>
            </a:r>
            <a:r>
              <a:rPr lang="fr-FR" dirty="0">
                <a:latin typeface="Aptos" panose="020B0004020202020204" pitchFamily="34" charset="0"/>
              </a:rPr>
              <a:t>: on retient les pays qui ont au moins 3 critères favorables sur les 4.</a:t>
            </a:r>
          </a:p>
        </p:txBody>
      </p:sp>
    </p:spTree>
    <p:extLst>
      <p:ext uri="{BB962C8B-B14F-4D97-AF65-F5344CB8AC3E}">
        <p14:creationId xmlns:p14="http://schemas.microsoft.com/office/powerpoint/2010/main" val="770356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B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4B93FC-5B0F-7268-DB7C-C6BE303B1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DDD4F0-433F-2B35-C518-C5A808FF9127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78105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33"/>
          </a:bodyPr>
          <a:lstStyle/>
          <a:p>
            <a:pPr algn="l">
              <a:defRPr sz="3750" b="0" i="0">
                <a:solidFill>
                  <a:srgbClr val="6E1F32"/>
                </a:solidFill>
                <a:latin typeface="Georgia"/>
                <a:ea typeface="Georgia"/>
                <a:cs typeface="Georgia"/>
              </a:defRPr>
            </a:pPr>
            <a:r>
              <a:rPr lang="fr-FR" sz="3750" b="0" i="0" dirty="0">
                <a:solidFill>
                  <a:srgbClr val="6E1F32"/>
                </a:solidFill>
                <a:latin typeface="Georgia"/>
                <a:ea typeface="Georgia"/>
                <a:cs typeface="Georgia"/>
              </a:rPr>
              <a:t>Les 7 marchés à approfondir</a:t>
            </a:r>
            <a:endParaRPr sz="3750" b="0" i="0" dirty="0">
              <a:solidFill>
                <a:srgbClr val="6E1F32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A91C82-2DEB-19D2-06C9-B996EC4F0D38}"/>
              </a:ext>
            </a:extLst>
          </p:cNvPr>
          <p:cNvSpPr>
            <a:spLocks noGrp="1"/>
          </p:cNvSpPr>
          <p:nvPr/>
        </p:nvSpPr>
        <p:spPr>
          <a:xfrm>
            <a:off x="10306050" y="2076450"/>
            <a:ext cx="66675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E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X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P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O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R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T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D5354CD-C8FD-2782-4CEB-7EB38F02BD12}"/>
              </a:ext>
            </a:extLst>
          </p:cNvPr>
          <p:cNvSpPr txBox="1"/>
          <p:nvPr/>
        </p:nvSpPr>
        <p:spPr>
          <a:xfrm>
            <a:off x="504934" y="2035629"/>
            <a:ext cx="967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>
                <a:latin typeface="Aptos" panose="020B0004020202020204" pitchFamily="34" charset="0"/>
              </a:rPr>
              <a:t>7 marchés ressortent de l’analyse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0A110AC-C4F8-71E1-F3BD-D9AB3B028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934" y="2404961"/>
            <a:ext cx="7702946" cy="318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811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26"/>
          <p:cNvPicPr>
            <a:picLocks noChangeAspect="1"/>
          </p:cNvPicPr>
          <p:nvPr/>
        </p:nvPicPr>
        <p:blipFill>
          <a:blip r:embed="rId3"/>
          <a:srcRect l="25000" r="25000"/>
          <a:stretch>
            <a:fillRect/>
          </a:stretch>
        </p:blipFill>
        <p:spPr>
          <a:xfrm>
            <a:off x="0" y="0"/>
            <a:ext cx="51435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9A68668-FF71-4C16-B7DC-AF1012300A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143500" cy="6858000"/>
          </a:xfrm>
          <a:prstGeom prst="rect">
            <a:avLst/>
          </a:prstGeom>
          <a:solidFill>
            <a:srgbClr val="6E1F32">
              <a:alpha val="1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0F8192-4E9A-4FAC-8CB7-1677E1710AAE}"/>
              </a:ext>
            </a:extLst>
          </p:cNvPr>
          <p:cNvSpPr>
            <a:spLocks noGrp="1"/>
          </p:cNvSpPr>
          <p:nvPr/>
        </p:nvSpPr>
        <p:spPr>
          <a:xfrm>
            <a:off x="5105400" y="-57150"/>
            <a:ext cx="7048500" cy="6858000"/>
          </a:xfrm>
          <a:prstGeom prst="rect">
            <a:avLst/>
          </a:prstGeom>
          <a:solidFill>
            <a:srgbClr val="F4EBDD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8DD4BD-6922-4F2F-8B8F-0722C28DAC84}"/>
              </a:ext>
            </a:extLst>
          </p:cNvPr>
          <p:cNvSpPr>
            <a:spLocks noGrp="1"/>
          </p:cNvSpPr>
          <p:nvPr/>
        </p:nvSpPr>
        <p:spPr>
          <a:xfrm>
            <a:off x="5734050" y="1028700"/>
            <a:ext cx="5143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67"/>
          </a:bodyPr>
          <a:lstStyle/>
          <a:p>
            <a:pPr algn="l">
              <a:defRPr sz="3750" b="0" i="0">
                <a:solidFill>
                  <a:srgbClr val="6E1F32"/>
                </a:solidFill>
                <a:latin typeface="Georgia"/>
                <a:ea typeface="Georgia"/>
                <a:cs typeface="Georgia"/>
              </a:defRPr>
            </a:pPr>
            <a:r>
              <a:rPr lang="fr-FR" sz="3750" b="0" i="0" dirty="0">
                <a:solidFill>
                  <a:srgbClr val="6E1F32"/>
                </a:solidFill>
                <a:latin typeface="Georgia"/>
                <a:ea typeface="Georgia"/>
                <a:cs typeface="Georgia"/>
              </a:rPr>
              <a:t>Un pays ressort-il plus que les autres ?</a:t>
            </a:r>
            <a:endParaRPr sz="3750" b="0" i="0" dirty="0">
              <a:solidFill>
                <a:srgbClr val="6E1F32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91FFAC-3D55-4124-AF74-4CFEED0CA4AF}"/>
              </a:ext>
            </a:extLst>
          </p:cNvPr>
          <p:cNvSpPr>
            <a:spLocks noGrp="1"/>
          </p:cNvSpPr>
          <p:nvPr/>
        </p:nvSpPr>
        <p:spPr>
          <a:xfrm>
            <a:off x="5734050" y="2400300"/>
            <a:ext cx="4953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2B211C"/>
                </a:solidFill>
                <a:latin typeface="Aptos"/>
                <a:ea typeface="Aptos"/>
                <a:cs typeface="Aptos"/>
              </a:defRPr>
            </a:pPr>
            <a:r>
              <a:rPr lang="fr-FR" sz="1500" b="0" i="0" dirty="0">
                <a:solidFill>
                  <a:srgbClr val="2B211C"/>
                </a:solidFill>
                <a:latin typeface="Aptos"/>
                <a:ea typeface="Aptos"/>
                <a:cs typeface="Aptos"/>
              </a:rPr>
              <a:t>Des opportunités différentes selon la stratégie.</a:t>
            </a:r>
            <a:endParaRPr sz="1500" b="0" i="0" dirty="0">
              <a:solidFill>
                <a:srgbClr val="2B211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153B84D-E340-4CF0-B3C3-B8098C2FCE53}"/>
              </a:ext>
            </a:extLst>
          </p:cNvPr>
          <p:cNvSpPr>
            <a:spLocks noGrp="1"/>
          </p:cNvSpPr>
          <p:nvPr/>
        </p:nvSpPr>
        <p:spPr>
          <a:xfrm>
            <a:off x="5734050" y="3390900"/>
            <a:ext cx="228600" cy="228600"/>
          </a:xfrm>
          <a:prstGeom prst="ellipse">
            <a:avLst/>
          </a:prstGeom>
          <a:solidFill>
            <a:srgbClr val="6E1F3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24AAD9-A320-4F40-BCB2-1B9DD5E4092E}"/>
              </a:ext>
            </a:extLst>
          </p:cNvPr>
          <p:cNvSpPr>
            <a:spLocks noGrp="1"/>
          </p:cNvSpPr>
          <p:nvPr/>
        </p:nvSpPr>
        <p:spPr>
          <a:xfrm>
            <a:off x="5781675" y="3400425"/>
            <a:ext cx="1333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 i="0">
                <a:solidFill>
                  <a:srgbClr val="FFF9F0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9F0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1CB6CF-96C4-48AD-BDBB-F12AE3415332}"/>
              </a:ext>
            </a:extLst>
          </p:cNvPr>
          <p:cNvSpPr>
            <a:spLocks noGrp="1"/>
          </p:cNvSpPr>
          <p:nvPr/>
        </p:nvSpPr>
        <p:spPr>
          <a:xfrm>
            <a:off x="6153150" y="33718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 i="0">
                <a:solidFill>
                  <a:srgbClr val="6E1F32"/>
                </a:solidFill>
                <a:latin typeface="Aptos"/>
                <a:ea typeface="Aptos"/>
                <a:cs typeface="Aptos"/>
              </a:defRPr>
            </a:pPr>
            <a:r>
              <a:rPr lang="fr-FR" b="1" i="0" dirty="0">
                <a:solidFill>
                  <a:srgbClr val="6E1F32"/>
                </a:solidFill>
                <a:latin typeface="Aptos"/>
                <a:ea typeface="Aptos"/>
                <a:cs typeface="Aptos"/>
              </a:rPr>
              <a:t>Pays-Bas</a:t>
            </a:r>
            <a:endParaRPr b="1" i="0" dirty="0">
              <a:solidFill>
                <a:srgbClr val="6E1F3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Connecteur droit 10">
            <a:extLst>
              <a:ext uri="{FF2B5EF4-FFF2-40B4-BE49-F238E27FC236}">
                <a16:creationId xmlns:a16="http://schemas.microsoft.com/office/drawing/2014/main" id="{E03730AD-508C-43FE-8778-4E5138E5DD33}"/>
              </a:ext>
            </a:extLst>
          </p:cNvPr>
          <p:cNvSpPr>
            <a:spLocks noGrp="1"/>
          </p:cNvSpPr>
          <p:nvPr/>
        </p:nvSpPr>
        <p:spPr>
          <a:xfrm>
            <a:off x="6153150" y="3810000"/>
            <a:ext cx="4953000" cy="0"/>
          </a:xfrm>
          <a:prstGeom prst="line">
            <a:avLst/>
          </a:prstGeom>
          <a:noFill/>
          <a:ln w="9525">
            <a:solidFill>
              <a:srgbClr val="DEC6B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A5F68353-0176-4B49-AEF8-5E8C17F28DFA}"/>
              </a:ext>
            </a:extLst>
          </p:cNvPr>
          <p:cNvSpPr>
            <a:spLocks noGrp="1"/>
          </p:cNvSpPr>
          <p:nvPr/>
        </p:nvSpPr>
        <p:spPr>
          <a:xfrm>
            <a:off x="5734050" y="4019550"/>
            <a:ext cx="228600" cy="228600"/>
          </a:xfrm>
          <a:prstGeom prst="ellipse">
            <a:avLst/>
          </a:prstGeom>
          <a:solidFill>
            <a:srgbClr val="6E1F3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A8E13C-6AD0-401F-8D2B-308781ADCF7C}"/>
              </a:ext>
            </a:extLst>
          </p:cNvPr>
          <p:cNvSpPr>
            <a:spLocks noGrp="1"/>
          </p:cNvSpPr>
          <p:nvPr/>
        </p:nvSpPr>
        <p:spPr>
          <a:xfrm>
            <a:off x="5781675" y="4029075"/>
            <a:ext cx="1333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 i="0">
                <a:solidFill>
                  <a:srgbClr val="FFF9F0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9F0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7BAC9F-6866-4FF7-A91C-0BF7D2A03F5D}"/>
              </a:ext>
            </a:extLst>
          </p:cNvPr>
          <p:cNvSpPr>
            <a:spLocks noGrp="1"/>
          </p:cNvSpPr>
          <p:nvPr/>
        </p:nvSpPr>
        <p:spPr>
          <a:xfrm>
            <a:off x="6153150" y="40005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 i="0">
                <a:solidFill>
                  <a:srgbClr val="6E1F32"/>
                </a:solidFill>
                <a:latin typeface="Aptos"/>
                <a:ea typeface="Aptos"/>
                <a:cs typeface="Aptos"/>
              </a:defRPr>
            </a:pPr>
            <a:r>
              <a:rPr lang="fr-FR" sz="1275" b="1" i="0" dirty="0">
                <a:solidFill>
                  <a:srgbClr val="6E1F32"/>
                </a:solidFill>
                <a:latin typeface="Aptos"/>
                <a:ea typeface="Aptos"/>
                <a:cs typeface="Aptos"/>
              </a:rPr>
              <a:t>Emirats </a:t>
            </a:r>
            <a:r>
              <a:rPr lang="fr-FR" sz="1275" b="1" i="0">
                <a:solidFill>
                  <a:srgbClr val="6E1F32"/>
                </a:solidFill>
                <a:latin typeface="Aptos"/>
                <a:ea typeface="Aptos"/>
                <a:cs typeface="Aptos"/>
              </a:rPr>
              <a:t>arabes unis</a:t>
            </a:r>
            <a:endParaRPr sz="1275" b="1" i="0" dirty="0">
              <a:solidFill>
                <a:srgbClr val="6E1F3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Connecteur droit 15">
            <a:extLst>
              <a:ext uri="{FF2B5EF4-FFF2-40B4-BE49-F238E27FC236}">
                <a16:creationId xmlns:a16="http://schemas.microsoft.com/office/drawing/2014/main" id="{E7FD0F57-445E-4D52-AC0E-D1F9BD9EBF52}"/>
              </a:ext>
            </a:extLst>
          </p:cNvPr>
          <p:cNvSpPr>
            <a:spLocks noGrp="1"/>
          </p:cNvSpPr>
          <p:nvPr/>
        </p:nvSpPr>
        <p:spPr>
          <a:xfrm>
            <a:off x="6153150" y="4438650"/>
            <a:ext cx="4953000" cy="0"/>
          </a:xfrm>
          <a:prstGeom prst="line">
            <a:avLst/>
          </a:prstGeom>
          <a:noFill/>
          <a:ln w="9525">
            <a:solidFill>
              <a:srgbClr val="DEC6B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3BB4F047-B820-4312-BD01-E1B7E749C12D}"/>
              </a:ext>
            </a:extLst>
          </p:cNvPr>
          <p:cNvSpPr>
            <a:spLocks noGrp="1"/>
          </p:cNvSpPr>
          <p:nvPr/>
        </p:nvSpPr>
        <p:spPr>
          <a:xfrm>
            <a:off x="5734050" y="4648200"/>
            <a:ext cx="228600" cy="228600"/>
          </a:xfrm>
          <a:prstGeom prst="ellipse">
            <a:avLst/>
          </a:prstGeom>
          <a:solidFill>
            <a:srgbClr val="6E1F3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112183-D155-48EA-A58A-96167DA13F72}"/>
              </a:ext>
            </a:extLst>
          </p:cNvPr>
          <p:cNvSpPr>
            <a:spLocks noGrp="1"/>
          </p:cNvSpPr>
          <p:nvPr/>
        </p:nvSpPr>
        <p:spPr>
          <a:xfrm>
            <a:off x="5781675" y="4657725"/>
            <a:ext cx="1333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 i="0">
                <a:solidFill>
                  <a:srgbClr val="FFF9F0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9F0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0D0ADA-98DD-4996-9BDF-ED50E04CB156}"/>
              </a:ext>
            </a:extLst>
          </p:cNvPr>
          <p:cNvSpPr>
            <a:spLocks noGrp="1"/>
          </p:cNvSpPr>
          <p:nvPr/>
        </p:nvSpPr>
        <p:spPr>
          <a:xfrm>
            <a:off x="6153150" y="46291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 i="0">
                <a:solidFill>
                  <a:srgbClr val="6E1F32"/>
                </a:solidFill>
                <a:latin typeface="Aptos"/>
                <a:ea typeface="Aptos"/>
                <a:cs typeface="Aptos"/>
              </a:defRPr>
            </a:pPr>
            <a:r>
              <a:rPr lang="fr-FR" sz="1275" b="1" i="0" dirty="0">
                <a:solidFill>
                  <a:srgbClr val="6E1F32"/>
                </a:solidFill>
                <a:latin typeface="Aptos"/>
                <a:ea typeface="Aptos"/>
                <a:cs typeface="Aptos"/>
              </a:rPr>
              <a:t>Japon</a:t>
            </a:r>
            <a:endParaRPr sz="1275" b="1" i="0" dirty="0">
              <a:solidFill>
                <a:srgbClr val="6E1F3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Connecteur droit 20">
            <a:extLst>
              <a:ext uri="{FF2B5EF4-FFF2-40B4-BE49-F238E27FC236}">
                <a16:creationId xmlns:a16="http://schemas.microsoft.com/office/drawing/2014/main" id="{BBC2A610-4D95-48BD-A6ED-00E85C0B53CF}"/>
              </a:ext>
            </a:extLst>
          </p:cNvPr>
          <p:cNvSpPr>
            <a:spLocks noGrp="1"/>
          </p:cNvSpPr>
          <p:nvPr/>
        </p:nvSpPr>
        <p:spPr>
          <a:xfrm>
            <a:off x="6153150" y="5067300"/>
            <a:ext cx="4953000" cy="0"/>
          </a:xfrm>
          <a:prstGeom prst="line">
            <a:avLst/>
          </a:prstGeom>
          <a:noFill/>
          <a:ln w="9525">
            <a:solidFill>
              <a:srgbClr val="DEC6B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638F48-EA2B-4CFF-AC07-616327849D7A}"/>
              </a:ext>
            </a:extLst>
          </p:cNvPr>
          <p:cNvSpPr>
            <a:spLocks noGrp="1"/>
          </p:cNvSpPr>
          <p:nvPr/>
        </p:nvSpPr>
        <p:spPr>
          <a:xfrm>
            <a:off x="5781675" y="5286375"/>
            <a:ext cx="1333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 i="0">
                <a:solidFill>
                  <a:srgbClr val="FFF9F0"/>
                </a:solidFill>
                <a:latin typeface="Aptos"/>
                <a:ea typeface="Aptos"/>
                <a:cs typeface="Aptos"/>
              </a:defRPr>
            </a:pPr>
            <a:r>
              <a:rPr sz="900" b="1" i="0" dirty="0">
                <a:solidFill>
                  <a:srgbClr val="FFF9F0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</p:spTree>
    <p:extLst>
      <p:ext uri="{BB962C8B-B14F-4D97-AF65-F5344CB8AC3E}">
        <p14:creationId xmlns:p14="http://schemas.microsoft.com/office/powerpoint/2010/main" val="37959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B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EF83B4-269E-23CC-560F-5F4B8D185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9B01A9-C80F-086F-D97E-7F8E25826C11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78105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33"/>
          </a:bodyPr>
          <a:lstStyle/>
          <a:p>
            <a:pPr algn="l">
              <a:defRPr sz="3750" b="0" i="0">
                <a:solidFill>
                  <a:srgbClr val="6E1F32"/>
                </a:solidFill>
                <a:latin typeface="Georgia"/>
                <a:ea typeface="Georgia"/>
                <a:cs typeface="Georgia"/>
              </a:defRPr>
            </a:pPr>
            <a:r>
              <a:rPr lang="fr-FR" sz="3750" b="0" i="0" dirty="0">
                <a:solidFill>
                  <a:srgbClr val="6E1F32"/>
                </a:solidFill>
                <a:latin typeface="Georgia"/>
                <a:ea typeface="Georgia"/>
                <a:cs typeface="Georgia"/>
              </a:rPr>
              <a:t>Recommandation au COMEX</a:t>
            </a:r>
            <a:endParaRPr sz="3750" b="0" i="0" dirty="0">
              <a:solidFill>
                <a:srgbClr val="6E1F32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3CD9CA-CB8B-BC9F-4296-6AB26E18514C}"/>
              </a:ext>
            </a:extLst>
          </p:cNvPr>
          <p:cNvSpPr>
            <a:spLocks noGrp="1"/>
          </p:cNvSpPr>
          <p:nvPr/>
        </p:nvSpPr>
        <p:spPr>
          <a:xfrm>
            <a:off x="10306050" y="2076450"/>
            <a:ext cx="66675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E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X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P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O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R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T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E26959-C446-7A1C-9245-E571F64B8770}"/>
              </a:ext>
            </a:extLst>
          </p:cNvPr>
          <p:cNvSpPr txBox="1"/>
          <p:nvPr/>
        </p:nvSpPr>
        <p:spPr>
          <a:xfrm>
            <a:off x="504934" y="2035629"/>
            <a:ext cx="9677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>
                <a:latin typeface="Aptos" panose="020B0004020202020204" pitchFamily="34" charset="0"/>
              </a:rPr>
              <a:t>Passer de la présélection à l’étude de marché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dirty="0">
              <a:latin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>
                <a:latin typeface="Aptos" panose="020B0004020202020204" pitchFamily="34" charset="0"/>
              </a:rPr>
              <a:t>A approfondir en priorité : PAYS BAS / EMIRATS ARABES UNIS / JAPON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dirty="0">
              <a:latin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>
                <a:latin typeface="Aptos" panose="020B0004020202020204" pitchFamily="34" charset="0"/>
              </a:rPr>
              <a:t>A investiguer davantage : Hong Kong, Belgique, Macao, Luxembourg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dirty="0">
              <a:latin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dirty="0">
              <a:latin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>
                <a:latin typeface="Aptos" panose="020B0004020202020204" pitchFamily="34" charset="0"/>
              </a:rPr>
              <a:t>On doit vérifier la faisabilité commerciale des marchés identifiés</a:t>
            </a:r>
          </a:p>
        </p:txBody>
      </p:sp>
    </p:spTree>
    <p:extLst>
      <p:ext uri="{BB962C8B-B14F-4D97-AF65-F5344CB8AC3E}">
        <p14:creationId xmlns:p14="http://schemas.microsoft.com/office/powerpoint/2010/main" val="967234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B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082462-919C-8D33-E1C1-0B00B3395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FA58BF-00A4-3988-DE6E-749FC3809569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78105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33" lnSpcReduction="10000"/>
          </a:bodyPr>
          <a:lstStyle/>
          <a:p>
            <a:pPr algn="l">
              <a:defRPr sz="3750" b="0" i="0">
                <a:solidFill>
                  <a:srgbClr val="6E1F32"/>
                </a:solidFill>
                <a:latin typeface="Georgia"/>
                <a:ea typeface="Georgia"/>
                <a:cs typeface="Georgia"/>
              </a:defRPr>
            </a:pPr>
            <a:r>
              <a:rPr lang="fr-FR" sz="3750" b="0" i="0" dirty="0">
                <a:solidFill>
                  <a:srgbClr val="6E1F32"/>
                </a:solidFill>
                <a:latin typeface="Georgia"/>
                <a:ea typeface="Georgia"/>
                <a:cs typeface="Georgia"/>
              </a:rPr>
              <a:t>Ce que les données ne disent pas encore</a:t>
            </a:r>
            <a:endParaRPr sz="3750" b="0" i="0" dirty="0">
              <a:solidFill>
                <a:srgbClr val="6E1F32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0E62B6-D4EE-9D10-D923-4683C0FF7E9F}"/>
              </a:ext>
            </a:extLst>
          </p:cNvPr>
          <p:cNvSpPr>
            <a:spLocks noGrp="1"/>
          </p:cNvSpPr>
          <p:nvPr/>
        </p:nvSpPr>
        <p:spPr>
          <a:xfrm>
            <a:off x="10306050" y="2076450"/>
            <a:ext cx="66675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E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X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P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O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R</a:t>
            </a:r>
          </a:p>
          <a:p>
            <a:pPr algn="ctr">
              <a:defRPr sz="2850" b="1" i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defRPr>
            </a:pPr>
            <a:r>
              <a:rPr sz="2850" b="1" i="0" dirty="0">
                <a:solidFill>
                  <a:srgbClr val="6E1F32">
                    <a:alpha val="12000"/>
                  </a:srgbClr>
                </a:solidFill>
                <a:latin typeface="Georgia"/>
                <a:ea typeface="Georgia"/>
                <a:cs typeface="Georgia"/>
              </a:rPr>
              <a:t>T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EEB2B15-67B6-E0B0-3093-E0AA4E4A81AF}"/>
              </a:ext>
            </a:extLst>
          </p:cNvPr>
          <p:cNvSpPr txBox="1"/>
          <p:nvPr/>
        </p:nvSpPr>
        <p:spPr>
          <a:xfrm>
            <a:off x="504934" y="2035629"/>
            <a:ext cx="967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dirty="0">
                <a:latin typeface="Aptos" panose="020B0004020202020204" pitchFamily="34" charset="0"/>
              </a:rPr>
              <a:t>REGLEMENTATION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dirty="0">
                <a:latin typeface="Aptos" panose="020B0004020202020204" pitchFamily="34" charset="0"/>
              </a:rPr>
              <a:t>LOGISTIQUE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dirty="0">
                <a:latin typeface="Aptos" panose="020B0004020202020204" pitchFamily="34" charset="0"/>
              </a:rPr>
              <a:t>CONCURRENCE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dirty="0">
                <a:latin typeface="Aptos" panose="020B0004020202020204" pitchFamily="34" charset="0"/>
              </a:rPr>
              <a:t>MARCHE</a:t>
            </a:r>
          </a:p>
        </p:txBody>
      </p:sp>
    </p:spTree>
    <p:extLst>
      <p:ext uri="{BB962C8B-B14F-4D97-AF65-F5344CB8AC3E}">
        <p14:creationId xmlns:p14="http://schemas.microsoft.com/office/powerpoint/2010/main" val="17811227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C8BF2B-036C-4405-9707-2A16D7254F6A}"/>
              </a:ext>
            </a:extLst>
          </p:cNvPr>
          <p:cNvSpPr>
            <a:spLocks noGrp="1"/>
          </p:cNvSpPr>
          <p:nvPr/>
        </p:nvSpPr>
        <p:spPr>
          <a:xfrm>
            <a:off x="685800" y="952500"/>
            <a:ext cx="7239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549"/>
          </a:bodyPr>
          <a:lstStyle/>
          <a:p>
            <a:pPr algn="l">
              <a:defRPr sz="4050" b="0" i="0">
                <a:solidFill>
                  <a:srgbClr val="FFF9F0"/>
                </a:solidFill>
                <a:latin typeface="Georgia"/>
                <a:ea typeface="Georgia"/>
                <a:cs typeface="Georgia"/>
              </a:defRPr>
            </a:pPr>
            <a:r>
              <a:rPr lang="fr-FR" sz="4050" b="0" i="0" dirty="0">
                <a:solidFill>
                  <a:srgbClr val="FFF9F0"/>
                </a:solidFill>
                <a:latin typeface="Georgia"/>
                <a:ea typeface="Georgia"/>
                <a:cs typeface="Georgia"/>
              </a:rPr>
              <a:t>Conclusion</a:t>
            </a:r>
            <a:endParaRPr sz="4050" b="0" i="0" dirty="0">
              <a:solidFill>
                <a:srgbClr val="FFF9F0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56764C-115D-4795-87BB-82A2C8F922FB}"/>
              </a:ext>
            </a:extLst>
          </p:cNvPr>
          <p:cNvSpPr>
            <a:spLocks noGrp="1"/>
          </p:cNvSpPr>
          <p:nvPr/>
        </p:nvSpPr>
        <p:spPr>
          <a:xfrm>
            <a:off x="685800" y="3790950"/>
            <a:ext cx="2857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5250" b="0" i="0">
                <a:solidFill>
                  <a:srgbClr val="FFF9F0"/>
                </a:solidFill>
                <a:latin typeface="Georgia"/>
                <a:ea typeface="Georgia"/>
                <a:cs typeface="Georgia"/>
              </a:defRPr>
            </a:pPr>
            <a:r>
              <a:rPr lang="fr-FR" sz="5250" dirty="0">
                <a:solidFill>
                  <a:srgbClr val="FFF9F0"/>
                </a:solidFill>
                <a:latin typeface="Georgia"/>
                <a:ea typeface="Georgia"/>
                <a:cs typeface="Georgia"/>
              </a:rPr>
              <a:t>161</a:t>
            </a:r>
            <a:endParaRPr sz="5250" b="0" i="0" dirty="0">
              <a:solidFill>
                <a:srgbClr val="FFF9F0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3B8D33-E48E-43B2-9BE3-81257FAA2249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276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F4EBDD"/>
                </a:solidFill>
                <a:latin typeface="Aptos"/>
                <a:ea typeface="Aptos"/>
                <a:cs typeface="Aptos"/>
              </a:defRPr>
            </a:pPr>
            <a:r>
              <a:rPr lang="fr-FR" sz="1500" b="0" i="0" dirty="0">
                <a:solidFill>
                  <a:srgbClr val="F4EBDD"/>
                </a:solidFill>
                <a:latin typeface="Aptos"/>
                <a:ea typeface="Aptos"/>
                <a:cs typeface="Aptos"/>
              </a:rPr>
              <a:t>PAYS</a:t>
            </a:r>
            <a:endParaRPr sz="1500" b="0" i="0" dirty="0">
              <a:solidFill>
                <a:srgbClr val="F4EBD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Connecteur droit 6">
            <a:extLst>
              <a:ext uri="{FF2B5EF4-FFF2-40B4-BE49-F238E27FC236}">
                <a16:creationId xmlns:a16="http://schemas.microsoft.com/office/drawing/2014/main" id="{1BB5312A-C1C5-404E-A43C-15D3DE2EAAB0}"/>
              </a:ext>
            </a:extLst>
          </p:cNvPr>
          <p:cNvSpPr>
            <a:spLocks noGrp="1"/>
          </p:cNvSpPr>
          <p:nvPr/>
        </p:nvSpPr>
        <p:spPr>
          <a:xfrm>
            <a:off x="3790950" y="3352800"/>
            <a:ext cx="0" cy="2038350"/>
          </a:xfrm>
          <a:prstGeom prst="line">
            <a:avLst/>
          </a:prstGeom>
          <a:noFill/>
          <a:ln w="19050">
            <a:solidFill>
              <a:srgbClr val="C7A1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7DD4C1-5837-4F68-AACE-52D3F14EA749}"/>
              </a:ext>
            </a:extLst>
          </p:cNvPr>
          <p:cNvSpPr>
            <a:spLocks noGrp="1"/>
          </p:cNvSpPr>
          <p:nvPr/>
        </p:nvSpPr>
        <p:spPr>
          <a:xfrm>
            <a:off x="4286250" y="3790950"/>
            <a:ext cx="2857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5250" b="0" i="0">
                <a:solidFill>
                  <a:srgbClr val="FFF9F0"/>
                </a:solidFill>
                <a:latin typeface="Georgia"/>
                <a:ea typeface="Georgia"/>
                <a:cs typeface="Georgia"/>
              </a:defRPr>
            </a:pPr>
            <a:r>
              <a:rPr lang="fr-FR" sz="5250" dirty="0">
                <a:solidFill>
                  <a:srgbClr val="FFF9F0"/>
                </a:solidFill>
                <a:latin typeface="Georgia"/>
                <a:ea typeface="Georgia"/>
                <a:cs typeface="Georgia"/>
              </a:rPr>
              <a:t>21</a:t>
            </a:r>
            <a:endParaRPr sz="5250" b="0" i="0" dirty="0">
              <a:solidFill>
                <a:srgbClr val="FFF9F0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8F0CB4-690B-4B60-AB1B-B528DBF4E620}"/>
              </a:ext>
            </a:extLst>
          </p:cNvPr>
          <p:cNvSpPr>
            <a:spLocks noGrp="1"/>
          </p:cNvSpPr>
          <p:nvPr/>
        </p:nvSpPr>
        <p:spPr>
          <a:xfrm>
            <a:off x="4286250" y="4953000"/>
            <a:ext cx="276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F4EBDD"/>
                </a:solidFill>
                <a:latin typeface="Aptos"/>
                <a:ea typeface="Aptos"/>
                <a:cs typeface="Aptos"/>
              </a:defRPr>
            </a:pPr>
            <a:r>
              <a:rPr lang="fr-FR" sz="1500" dirty="0">
                <a:solidFill>
                  <a:srgbClr val="F4EBDD"/>
                </a:solidFill>
                <a:latin typeface="Aptos"/>
                <a:ea typeface="Aptos"/>
                <a:cs typeface="Aptos"/>
              </a:rPr>
              <a:t>Candidats</a:t>
            </a:r>
            <a:endParaRPr sz="1500" b="0" i="0" dirty="0">
              <a:solidFill>
                <a:srgbClr val="F4EBD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Connecteur droit 10">
            <a:extLst>
              <a:ext uri="{FF2B5EF4-FFF2-40B4-BE49-F238E27FC236}">
                <a16:creationId xmlns:a16="http://schemas.microsoft.com/office/drawing/2014/main" id="{8056D1DC-267B-4954-8921-1EB53C5E7BF4}"/>
              </a:ext>
            </a:extLst>
          </p:cNvPr>
          <p:cNvSpPr>
            <a:spLocks noGrp="1"/>
          </p:cNvSpPr>
          <p:nvPr/>
        </p:nvSpPr>
        <p:spPr>
          <a:xfrm>
            <a:off x="7391400" y="3352800"/>
            <a:ext cx="0" cy="2038350"/>
          </a:xfrm>
          <a:prstGeom prst="line">
            <a:avLst/>
          </a:prstGeom>
          <a:noFill/>
          <a:ln w="19050">
            <a:solidFill>
              <a:srgbClr val="C7A1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F7A0E5-C72B-4936-B7A6-3B2E7ABB124E}"/>
              </a:ext>
            </a:extLst>
          </p:cNvPr>
          <p:cNvSpPr>
            <a:spLocks noGrp="1"/>
          </p:cNvSpPr>
          <p:nvPr/>
        </p:nvSpPr>
        <p:spPr>
          <a:xfrm>
            <a:off x="7886700" y="3790950"/>
            <a:ext cx="2857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5250" b="0" i="0">
                <a:solidFill>
                  <a:srgbClr val="FFF9F0"/>
                </a:solidFill>
                <a:latin typeface="Georgia"/>
                <a:ea typeface="Georgia"/>
                <a:cs typeface="Georgia"/>
              </a:defRPr>
            </a:pPr>
            <a:r>
              <a:rPr lang="fr-FR" sz="5250" b="0" i="0" dirty="0">
                <a:solidFill>
                  <a:srgbClr val="FFF9F0"/>
                </a:solidFill>
                <a:latin typeface="Georgia"/>
                <a:ea typeface="Georgia"/>
                <a:cs typeface="Georgia"/>
              </a:rPr>
              <a:t>7</a:t>
            </a:r>
            <a:endParaRPr sz="5250" b="0" i="0" dirty="0">
              <a:solidFill>
                <a:srgbClr val="FFF9F0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2E82AA-E94D-419E-9787-ADC81E2FD398}"/>
              </a:ext>
            </a:extLst>
          </p:cNvPr>
          <p:cNvSpPr>
            <a:spLocks noGrp="1"/>
          </p:cNvSpPr>
          <p:nvPr/>
        </p:nvSpPr>
        <p:spPr>
          <a:xfrm>
            <a:off x="7886700" y="4953000"/>
            <a:ext cx="276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F4EBDD"/>
                </a:solidFill>
                <a:latin typeface="Aptos"/>
                <a:ea typeface="Aptos"/>
                <a:cs typeface="Aptos"/>
              </a:defRPr>
            </a:pPr>
            <a:endParaRPr sz="1500" b="0" i="0" dirty="0">
              <a:solidFill>
                <a:srgbClr val="F4EBD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16FFFE-DE29-EBE7-A08D-4BE55D98A018}"/>
              </a:ext>
            </a:extLst>
          </p:cNvPr>
          <p:cNvSpPr>
            <a:spLocks noGrp="1"/>
          </p:cNvSpPr>
          <p:nvPr/>
        </p:nvSpPr>
        <p:spPr>
          <a:xfrm>
            <a:off x="7886699" y="4977493"/>
            <a:ext cx="276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F4EBDD"/>
                </a:solidFill>
                <a:latin typeface="Aptos"/>
                <a:ea typeface="Aptos"/>
                <a:cs typeface="Aptos"/>
              </a:defRPr>
            </a:pPr>
            <a:r>
              <a:rPr lang="fr-FR" sz="1500" b="0" i="0" dirty="0">
                <a:solidFill>
                  <a:srgbClr val="F4EBDD"/>
                </a:solidFill>
                <a:latin typeface="Aptos"/>
                <a:ea typeface="Aptos"/>
                <a:cs typeface="Aptos"/>
              </a:rPr>
              <a:t>Marchés à approfondir</a:t>
            </a:r>
            <a:endParaRPr sz="1500" b="0" i="0" dirty="0">
              <a:solidFill>
                <a:srgbClr val="F4EBDD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81067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67BD6AC-CAF2-4107-8B92-C0D010D3FA37}"/>
              </a:ext>
            </a:extLst>
          </p:cNvPr>
          <p:cNvSpPr>
            <a:spLocks noGrp="1"/>
          </p:cNvSpPr>
          <p:nvPr/>
        </p:nvSpPr>
        <p:spPr>
          <a:xfrm>
            <a:off x="8020050" y="0"/>
            <a:ext cx="4171950" cy="6858000"/>
          </a:xfrm>
          <a:prstGeom prst="rect">
            <a:avLst/>
          </a:prstGeom>
          <a:solidFill>
            <a:srgbClr val="6E1F32">
              <a:alpha val="8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0B3763-A687-494D-AD7D-D70E748323DE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6572250" cy="1295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898"/>
          </a:bodyPr>
          <a:lstStyle/>
          <a:p>
            <a:pPr algn="l">
              <a:defRPr sz="4650" b="0" i="0">
                <a:solidFill>
                  <a:srgbClr val="FFF9F0"/>
                </a:solidFill>
                <a:latin typeface="Georgia"/>
                <a:ea typeface="Georgia"/>
                <a:cs typeface="Georgia"/>
              </a:defRPr>
            </a:pPr>
            <a:r>
              <a:rPr lang="fr-FR" sz="4650" b="0" i="0" dirty="0">
                <a:solidFill>
                  <a:srgbClr val="FFF9F0"/>
                </a:solidFill>
                <a:latin typeface="Georgia"/>
                <a:ea typeface="Georgia"/>
                <a:cs typeface="Georgia"/>
              </a:rPr>
              <a:t>Merci pour votre écoute !</a:t>
            </a:r>
            <a:endParaRPr sz="4650" b="0" i="0" dirty="0">
              <a:solidFill>
                <a:srgbClr val="FFF9F0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Connecteur droit 5">
            <a:extLst>
              <a:ext uri="{FF2B5EF4-FFF2-40B4-BE49-F238E27FC236}">
                <a16:creationId xmlns:a16="http://schemas.microsoft.com/office/drawing/2014/main" id="{4A6A2BE2-DB21-46FF-BDCA-17B83157A7CD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1104900" cy="0"/>
          </a:xfrm>
          <a:prstGeom prst="line">
            <a:avLst/>
          </a:prstGeom>
          <a:noFill/>
          <a:ln w="38100">
            <a:solidFill>
              <a:srgbClr val="C7A1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CE0497-6D8A-4D03-99CE-FE0A5D55E3A4}"/>
              </a:ext>
            </a:extLst>
          </p:cNvPr>
          <p:cNvSpPr>
            <a:spLocks noGrp="1"/>
          </p:cNvSpPr>
          <p:nvPr/>
        </p:nvSpPr>
        <p:spPr>
          <a:xfrm>
            <a:off x="8572500" y="18478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C7A15A"/>
                </a:solidFill>
                <a:latin typeface="Aptos"/>
                <a:ea typeface="Aptos"/>
                <a:cs typeface="Aptos"/>
              </a:defRPr>
            </a:pPr>
            <a:r>
              <a:rPr lang="fr-FR" sz="1125" b="1" i="0" dirty="0">
                <a:solidFill>
                  <a:srgbClr val="C7A15A"/>
                </a:solidFill>
                <a:latin typeface="Aptos"/>
                <a:ea typeface="Aptos"/>
                <a:cs typeface="Aptos"/>
              </a:rPr>
              <a:t>La Poule qui chante</a:t>
            </a:r>
            <a:endParaRPr sz="1125" b="1" i="0" dirty="0">
              <a:solidFill>
                <a:srgbClr val="C7A15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CCAEDC-2130-4AA1-91C0-A6917051543C}"/>
              </a:ext>
            </a:extLst>
          </p:cNvPr>
          <p:cNvSpPr>
            <a:spLocks noGrp="1"/>
          </p:cNvSpPr>
          <p:nvPr/>
        </p:nvSpPr>
        <p:spPr>
          <a:xfrm>
            <a:off x="8572500" y="2343150"/>
            <a:ext cx="28575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 i="0">
                <a:solidFill>
                  <a:srgbClr val="FFF9F0"/>
                </a:solidFill>
                <a:latin typeface="Aptos"/>
                <a:ea typeface="Aptos"/>
                <a:cs typeface="Aptos"/>
              </a:defRPr>
            </a:pPr>
            <a:r>
              <a:rPr lang="fr-FR" sz="1650" dirty="0">
                <a:solidFill>
                  <a:srgbClr val="FFF9F0"/>
                </a:solidFill>
                <a:latin typeface="Aptos"/>
                <a:ea typeface="Aptos"/>
                <a:cs typeface="Aptos"/>
              </a:rPr>
              <a:t>Ines Belhoussine</a:t>
            </a:r>
            <a:endParaRPr sz="1650" b="0" i="0" dirty="0">
              <a:solidFill>
                <a:srgbClr val="FFF9F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1951199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568</Words>
  <Application>Microsoft Office PowerPoint</Application>
  <PresentationFormat>Grand écran</PresentationFormat>
  <Paragraphs>201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Aptos</vt:lpstr>
      <vt:lpstr>Arial</vt:lpstr>
      <vt:lpstr>Georgia</vt:lpstr>
      <vt:lpstr>ChatGPT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Ines Belhoussine</dc:creator>
  <cp:lastModifiedBy>Ines Belhoussine</cp:lastModifiedBy>
  <cp:revision>1</cp:revision>
  <dcterms:created xsi:type="dcterms:W3CDTF">2026-09-18T17:53:21Z</dcterms:created>
  <dcterms:modified xsi:type="dcterms:W3CDTF">2026-09-19T19:39:35Z</dcterms:modified>
</cp:coreProperties>
</file>